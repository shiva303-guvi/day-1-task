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4"/>
  </p:notesMasterIdLst>
  <p:sldIdLst>
    <p:sldId id="264" r:id="rId2"/>
    <p:sldId id="265" r:id="rId3"/>
    <p:sldId id="266" r:id="rId4"/>
    <p:sldId id="267" r:id="rId5"/>
    <p:sldId id="261" r:id="rId6"/>
    <p:sldId id="262" r:id="rId7"/>
    <p:sldId id="263" r:id="rId8"/>
    <p:sldId id="260" r:id="rId9"/>
    <p:sldId id="256" r:id="rId10"/>
    <p:sldId id="257" r:id="rId11"/>
    <p:sldId id="258" r:id="rId12"/>
    <p:sldId id="25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 K" userId="2f4df0bf13d78f18" providerId="LiveId" clId="{2A706111-6971-4A30-A452-3DA1BA9A892D}"/>
    <pc:docChg chg="undo custSel addSld delSld modSld sldOrd">
      <pc:chgData name="SHIVA K" userId="2f4df0bf13d78f18" providerId="LiveId" clId="{2A706111-6971-4A30-A452-3DA1BA9A892D}" dt="2021-01-10T15:26:47.032" v="742" actId="1076"/>
      <pc:docMkLst>
        <pc:docMk/>
      </pc:docMkLst>
      <pc:sldChg chg="modSp mod ord">
        <pc:chgData name="SHIVA K" userId="2f4df0bf13d78f18" providerId="LiveId" clId="{2A706111-6971-4A30-A452-3DA1BA9A892D}" dt="2021-01-10T15:02:47.439" v="505" actId="20577"/>
        <pc:sldMkLst>
          <pc:docMk/>
          <pc:sldMk cId="2114674684" sldId="256"/>
        </pc:sldMkLst>
        <pc:spChg chg="mod">
          <ac:chgData name="SHIVA K" userId="2f4df0bf13d78f18" providerId="LiveId" clId="{2A706111-6971-4A30-A452-3DA1BA9A892D}" dt="2021-01-10T15:02:47.439" v="505" actId="20577"/>
          <ac:spMkLst>
            <pc:docMk/>
            <pc:sldMk cId="2114674684" sldId="256"/>
            <ac:spMk id="9" creationId="{0E0C543E-7083-4E61-918F-C45B560676B1}"/>
          </ac:spMkLst>
        </pc:spChg>
      </pc:sldChg>
      <pc:sldChg chg="addSp delSp modSp">
        <pc:chgData name="SHIVA K" userId="2f4df0bf13d78f18" providerId="LiveId" clId="{2A706111-6971-4A30-A452-3DA1BA9A892D}" dt="2021-01-10T07:19:43.267" v="1" actId="33987"/>
        <pc:sldMkLst>
          <pc:docMk/>
          <pc:sldMk cId="1351254152" sldId="257"/>
        </pc:sldMkLst>
        <pc:spChg chg="add del mod">
          <ac:chgData name="SHIVA K" userId="2f4df0bf13d78f18" providerId="LiveId" clId="{2A706111-6971-4A30-A452-3DA1BA9A892D}" dt="2021-01-10T07:19:43.267" v="1" actId="33987"/>
          <ac:spMkLst>
            <pc:docMk/>
            <pc:sldMk cId="1351254152" sldId="257"/>
            <ac:spMk id="4" creationId="{B5C43B2F-01D9-4A1D-8424-AB63A1F86FF0}"/>
          </ac:spMkLst>
        </pc:spChg>
      </pc:sldChg>
      <pc:sldChg chg="modSp mod">
        <pc:chgData name="SHIVA K" userId="2f4df0bf13d78f18" providerId="LiveId" clId="{2A706111-6971-4A30-A452-3DA1BA9A892D}" dt="2021-01-10T07:20:39.355" v="22" actId="20577"/>
        <pc:sldMkLst>
          <pc:docMk/>
          <pc:sldMk cId="3178189892" sldId="258"/>
        </pc:sldMkLst>
        <pc:spChg chg="mod">
          <ac:chgData name="SHIVA K" userId="2f4df0bf13d78f18" providerId="LiveId" clId="{2A706111-6971-4A30-A452-3DA1BA9A892D}" dt="2021-01-10T07:20:39.355" v="22" actId="20577"/>
          <ac:spMkLst>
            <pc:docMk/>
            <pc:sldMk cId="3178189892" sldId="258"/>
            <ac:spMk id="2" creationId="{78E04F81-7ECC-4200-9C62-D666E3862F47}"/>
          </ac:spMkLst>
        </pc:spChg>
        <pc:spChg chg="mod">
          <ac:chgData name="SHIVA K" userId="2f4df0bf13d78f18" providerId="LiveId" clId="{2A706111-6971-4A30-A452-3DA1BA9A892D}" dt="2021-01-10T07:20:22.676" v="4" actId="14100"/>
          <ac:spMkLst>
            <pc:docMk/>
            <pc:sldMk cId="3178189892" sldId="258"/>
            <ac:spMk id="4" creationId="{4C985D4E-92D2-40D6-91B5-C9F7DC6B5254}"/>
          </ac:spMkLst>
        </pc:spChg>
      </pc:sldChg>
      <pc:sldChg chg="addSp modSp mod">
        <pc:chgData name="SHIVA K" userId="2f4df0bf13d78f18" providerId="LiveId" clId="{2A706111-6971-4A30-A452-3DA1BA9A892D}" dt="2021-01-10T07:25:08.362" v="49" actId="20577"/>
        <pc:sldMkLst>
          <pc:docMk/>
          <pc:sldMk cId="1032954544" sldId="259"/>
        </pc:sldMkLst>
        <pc:spChg chg="add mod">
          <ac:chgData name="SHIVA K" userId="2f4df0bf13d78f18" providerId="LiveId" clId="{2A706111-6971-4A30-A452-3DA1BA9A892D}" dt="2021-01-10T07:23:50.988" v="26" actId="1076"/>
          <ac:spMkLst>
            <pc:docMk/>
            <pc:sldMk cId="1032954544" sldId="259"/>
            <ac:spMk id="2" creationId="{A6FD0394-4CE7-44EA-B877-08F92FF9C2A8}"/>
          </ac:spMkLst>
        </pc:spChg>
        <pc:spChg chg="add mod">
          <ac:chgData name="SHIVA K" userId="2f4df0bf13d78f18" providerId="LiveId" clId="{2A706111-6971-4A30-A452-3DA1BA9A892D}" dt="2021-01-10T07:25:08.362" v="49" actId="20577"/>
          <ac:spMkLst>
            <pc:docMk/>
            <pc:sldMk cId="1032954544" sldId="259"/>
            <ac:spMk id="3" creationId="{CB44DC77-834B-411A-A70D-1443E8A5A2EE}"/>
          </ac:spMkLst>
        </pc:spChg>
      </pc:sldChg>
      <pc:sldChg chg="new del">
        <pc:chgData name="SHIVA K" userId="2f4df0bf13d78f18" providerId="LiveId" clId="{2A706111-6971-4A30-A452-3DA1BA9A892D}" dt="2021-01-10T07:26:04.359" v="55" actId="2696"/>
        <pc:sldMkLst>
          <pc:docMk/>
          <pc:sldMk cId="414783436" sldId="260"/>
        </pc:sldMkLst>
      </pc:sldChg>
      <pc:sldChg chg="addSp delSp modSp new mod ord setBg">
        <pc:chgData name="SHIVA K" userId="2f4df0bf13d78f18" providerId="LiveId" clId="{2A706111-6971-4A30-A452-3DA1BA9A892D}" dt="2021-01-10T15:02:17.719" v="501"/>
        <pc:sldMkLst>
          <pc:docMk/>
          <pc:sldMk cId="1217128243" sldId="260"/>
        </pc:sldMkLst>
        <pc:spChg chg="add mod">
          <ac:chgData name="SHIVA K" userId="2f4df0bf13d78f18" providerId="LiveId" clId="{2A706111-6971-4A30-A452-3DA1BA9A892D}" dt="2021-01-10T07:50:52.444" v="215" actId="1076"/>
          <ac:spMkLst>
            <pc:docMk/>
            <pc:sldMk cId="1217128243" sldId="260"/>
            <ac:spMk id="2" creationId="{2D9C863A-D016-4C07-BE88-C903C9B9C344}"/>
          </ac:spMkLst>
        </pc:spChg>
        <pc:graphicFrameChg chg="add del mod modGraphic">
          <ac:chgData name="SHIVA K" userId="2f4df0bf13d78f18" providerId="LiveId" clId="{2A706111-6971-4A30-A452-3DA1BA9A892D}" dt="2021-01-10T07:33:48.077" v="114" actId="478"/>
          <ac:graphicFrameMkLst>
            <pc:docMk/>
            <pc:sldMk cId="1217128243" sldId="260"/>
            <ac:graphicFrameMk id="3" creationId="{F7FDE961-F03C-4A1D-A0BF-F917A66CC690}"/>
          </ac:graphicFrameMkLst>
        </pc:graphicFrameChg>
        <pc:graphicFrameChg chg="add del mod">
          <ac:chgData name="SHIVA K" userId="2f4df0bf13d78f18" providerId="LiveId" clId="{2A706111-6971-4A30-A452-3DA1BA9A892D}" dt="2021-01-10T07:33:01.483" v="96"/>
          <ac:graphicFrameMkLst>
            <pc:docMk/>
            <pc:sldMk cId="1217128243" sldId="260"/>
            <ac:graphicFrameMk id="4" creationId="{1B150F95-C203-4DC1-BB96-265E27E9E866}"/>
          </ac:graphicFrameMkLst>
        </pc:graphicFrameChg>
        <pc:graphicFrameChg chg="add del mod">
          <ac:chgData name="SHIVA K" userId="2f4df0bf13d78f18" providerId="LiveId" clId="{2A706111-6971-4A30-A452-3DA1BA9A892D}" dt="2021-01-10T07:33:32.650" v="102"/>
          <ac:graphicFrameMkLst>
            <pc:docMk/>
            <pc:sldMk cId="1217128243" sldId="260"/>
            <ac:graphicFrameMk id="5" creationId="{38223CBB-2F80-4923-892B-E22B5B9EFD48}"/>
          </ac:graphicFrameMkLst>
        </pc:graphicFrameChg>
        <pc:graphicFrameChg chg="add mod modGraphic">
          <ac:chgData name="SHIVA K" userId="2f4df0bf13d78f18" providerId="LiveId" clId="{2A706111-6971-4A30-A452-3DA1BA9A892D}" dt="2021-01-10T07:51:23.876" v="220" actId="1076"/>
          <ac:graphicFrameMkLst>
            <pc:docMk/>
            <pc:sldMk cId="1217128243" sldId="260"/>
            <ac:graphicFrameMk id="6" creationId="{4B5EB029-89AB-4664-958C-070E74CA56EB}"/>
          </ac:graphicFrameMkLst>
        </pc:graphicFrameChg>
      </pc:sldChg>
      <pc:sldChg chg="new del">
        <pc:chgData name="SHIVA K" userId="2f4df0bf13d78f18" providerId="LiveId" clId="{2A706111-6971-4A30-A452-3DA1BA9A892D}" dt="2021-01-10T07:26:07.475" v="56" actId="2696"/>
        <pc:sldMkLst>
          <pc:docMk/>
          <pc:sldMk cId="1454160576" sldId="261"/>
        </pc:sldMkLst>
      </pc:sldChg>
      <pc:sldChg chg="addSp delSp modSp new mod modTransition setBg">
        <pc:chgData name="SHIVA K" userId="2f4df0bf13d78f18" providerId="LiveId" clId="{2A706111-6971-4A30-A452-3DA1BA9A892D}" dt="2021-01-10T15:02:05.967" v="499"/>
        <pc:sldMkLst>
          <pc:docMk/>
          <pc:sldMk cId="1985766388" sldId="261"/>
        </pc:sldMkLst>
        <pc:spChg chg="add mod">
          <ac:chgData name="SHIVA K" userId="2f4df0bf13d78f18" providerId="LiveId" clId="{2A706111-6971-4A30-A452-3DA1BA9A892D}" dt="2021-01-10T15:01:11.984" v="484" actId="1076"/>
          <ac:spMkLst>
            <pc:docMk/>
            <pc:sldMk cId="1985766388" sldId="261"/>
            <ac:spMk id="2" creationId="{A7BB793A-A172-4CF9-877A-F3DF8CF63CA0}"/>
          </ac:spMkLst>
        </pc:spChg>
        <pc:spChg chg="add del mod">
          <ac:chgData name="SHIVA K" userId="2f4df0bf13d78f18" providerId="LiveId" clId="{2A706111-6971-4A30-A452-3DA1BA9A892D}" dt="2021-01-10T14:32:08.245" v="349" actId="767"/>
          <ac:spMkLst>
            <pc:docMk/>
            <pc:sldMk cId="1985766388" sldId="261"/>
            <ac:spMk id="3" creationId="{19A1F6BE-152E-4A2F-9998-2B8A5E08FC36}"/>
          </ac:spMkLst>
        </pc:spChg>
        <pc:spChg chg="add del mod">
          <ac:chgData name="SHIVA K" userId="2f4df0bf13d78f18" providerId="LiveId" clId="{2A706111-6971-4A30-A452-3DA1BA9A892D}" dt="2021-01-10T14:57:51.006" v="447" actId="478"/>
          <ac:spMkLst>
            <pc:docMk/>
            <pc:sldMk cId="1985766388" sldId="261"/>
            <ac:spMk id="4" creationId="{78176813-B159-4501-BFD2-5F7040D65D33}"/>
          </ac:spMkLst>
        </pc:spChg>
        <pc:spChg chg="add del mod">
          <ac:chgData name="SHIVA K" userId="2f4df0bf13d78f18" providerId="LiveId" clId="{2A706111-6971-4A30-A452-3DA1BA9A892D}" dt="2021-01-10T14:57:51.023" v="449"/>
          <ac:spMkLst>
            <pc:docMk/>
            <pc:sldMk cId="1985766388" sldId="261"/>
            <ac:spMk id="20" creationId="{69A5A44F-6912-42A7-A7AF-71D1749CF4AE}"/>
          </ac:spMkLst>
        </pc:spChg>
        <pc:spChg chg="add mod">
          <ac:chgData name="SHIVA K" userId="2f4df0bf13d78f18" providerId="LiveId" clId="{2A706111-6971-4A30-A452-3DA1BA9A892D}" dt="2021-01-10T15:01:16.400" v="485" actId="1076"/>
          <ac:spMkLst>
            <pc:docMk/>
            <pc:sldMk cId="1985766388" sldId="261"/>
            <ac:spMk id="22" creationId="{2BC55DE6-E4C4-4F56-BF4F-8AE38908C20E}"/>
          </ac:spMkLst>
        </pc:spChg>
        <pc:cxnChg chg="add del mod">
          <ac:chgData name="SHIVA K" userId="2f4df0bf13d78f18" providerId="LiveId" clId="{2A706111-6971-4A30-A452-3DA1BA9A892D}" dt="2021-01-10T14:58:48.198" v="457" actId="478"/>
          <ac:cxnSpMkLst>
            <pc:docMk/>
            <pc:sldMk cId="1985766388" sldId="261"/>
            <ac:cxnSpMk id="6" creationId="{F8AAE847-BED7-4479-B28B-0E94D08DE001}"/>
          </ac:cxnSpMkLst>
        </pc:cxnChg>
        <pc:cxnChg chg="add del mod">
          <ac:chgData name="SHIVA K" userId="2f4df0bf13d78f18" providerId="LiveId" clId="{2A706111-6971-4A30-A452-3DA1BA9A892D}" dt="2021-01-10T14:58:45.873" v="456" actId="478"/>
          <ac:cxnSpMkLst>
            <pc:docMk/>
            <pc:sldMk cId="1985766388" sldId="261"/>
            <ac:cxnSpMk id="9" creationId="{E42022BA-7714-46E2-98E2-CC30C9A2AC06}"/>
          </ac:cxnSpMkLst>
        </pc:cxnChg>
        <pc:cxnChg chg="add del mod">
          <ac:chgData name="SHIVA K" userId="2f4df0bf13d78f18" providerId="LiveId" clId="{2A706111-6971-4A30-A452-3DA1BA9A892D}" dt="2021-01-10T14:58:44.131" v="455" actId="478"/>
          <ac:cxnSpMkLst>
            <pc:docMk/>
            <pc:sldMk cId="1985766388" sldId="261"/>
            <ac:cxnSpMk id="11" creationId="{D2757AF7-D9D0-415E-AB63-733985C64ED4}"/>
          </ac:cxnSpMkLst>
        </pc:cxnChg>
        <pc:cxnChg chg="add del mod">
          <ac:chgData name="SHIVA K" userId="2f4df0bf13d78f18" providerId="LiveId" clId="{2A706111-6971-4A30-A452-3DA1BA9A892D}" dt="2021-01-10T14:58:42.302" v="454" actId="478"/>
          <ac:cxnSpMkLst>
            <pc:docMk/>
            <pc:sldMk cId="1985766388" sldId="261"/>
            <ac:cxnSpMk id="16" creationId="{48F7353C-EC32-4167-8552-2C274893D0AE}"/>
          </ac:cxnSpMkLst>
        </pc:cxnChg>
      </pc:sldChg>
      <pc:sldChg chg="new del">
        <pc:chgData name="SHIVA K" userId="2f4df0bf13d78f18" providerId="LiveId" clId="{2A706111-6971-4A30-A452-3DA1BA9A892D}" dt="2021-01-10T07:26:09.328" v="57" actId="2696"/>
        <pc:sldMkLst>
          <pc:docMk/>
          <pc:sldMk cId="504251314" sldId="262"/>
        </pc:sldMkLst>
      </pc:sldChg>
      <pc:sldChg chg="addSp delSp modSp new mod setBg">
        <pc:chgData name="SHIVA K" userId="2f4df0bf13d78f18" providerId="LiveId" clId="{2A706111-6971-4A30-A452-3DA1BA9A892D}" dt="2021-01-10T15:01:47.072" v="498" actId="14100"/>
        <pc:sldMkLst>
          <pc:docMk/>
          <pc:sldMk cId="843960780" sldId="262"/>
        </pc:sldMkLst>
        <pc:spChg chg="add del mod">
          <ac:chgData name="SHIVA K" userId="2f4df0bf13d78f18" providerId="LiveId" clId="{2A706111-6971-4A30-A452-3DA1BA9A892D}" dt="2021-01-10T15:01:37.595" v="496"/>
          <ac:spMkLst>
            <pc:docMk/>
            <pc:sldMk cId="843960780" sldId="262"/>
            <ac:spMk id="2" creationId="{3E1C6251-12D2-454F-99C0-FC7D33D108C1}"/>
          </ac:spMkLst>
        </pc:spChg>
        <pc:picChg chg="add mod">
          <ac:chgData name="SHIVA K" userId="2f4df0bf13d78f18" providerId="LiveId" clId="{2A706111-6971-4A30-A452-3DA1BA9A892D}" dt="2021-01-10T15:01:47.072" v="498" actId="14100"/>
          <ac:picMkLst>
            <pc:docMk/>
            <pc:sldMk cId="843960780" sldId="262"/>
            <ac:picMk id="1026" creationId="{34EC8B04-9845-41E1-98C4-20B7675816D3}"/>
          </ac:picMkLst>
        </pc:picChg>
      </pc:sldChg>
      <pc:sldChg chg="new del">
        <pc:chgData name="SHIVA K" userId="2f4df0bf13d78f18" providerId="LiveId" clId="{2A706111-6971-4A30-A452-3DA1BA9A892D}" dt="2021-01-10T07:52:32.175" v="222" actId="2696"/>
        <pc:sldMkLst>
          <pc:docMk/>
          <pc:sldMk cId="3192355136" sldId="263"/>
        </pc:sldMkLst>
      </pc:sldChg>
      <pc:sldChg chg="addSp delSp modSp new mod ord setBg">
        <pc:chgData name="SHIVA K" userId="2f4df0bf13d78f18" providerId="LiveId" clId="{2A706111-6971-4A30-A452-3DA1BA9A892D}" dt="2021-01-10T15:09:05.360" v="554" actId="1076"/>
        <pc:sldMkLst>
          <pc:docMk/>
          <pc:sldMk cId="3212095137" sldId="263"/>
        </pc:sldMkLst>
        <pc:spChg chg="add mod">
          <ac:chgData name="SHIVA K" userId="2f4df0bf13d78f18" providerId="LiveId" clId="{2A706111-6971-4A30-A452-3DA1BA9A892D}" dt="2021-01-10T15:05:22.638" v="528" actId="20577"/>
          <ac:spMkLst>
            <pc:docMk/>
            <pc:sldMk cId="3212095137" sldId="263"/>
            <ac:spMk id="2" creationId="{425FEC9A-53E8-4D6C-9232-CFC687EC369F}"/>
          </ac:spMkLst>
        </pc:spChg>
        <pc:spChg chg="add del mod">
          <ac:chgData name="SHIVA K" userId="2f4df0bf13d78f18" providerId="LiveId" clId="{2A706111-6971-4A30-A452-3DA1BA9A892D}" dt="2021-01-10T15:07:43.061" v="530" actId="767"/>
          <ac:spMkLst>
            <pc:docMk/>
            <pc:sldMk cId="3212095137" sldId="263"/>
            <ac:spMk id="3" creationId="{2FF315DA-1576-4559-8001-8793F4729E08}"/>
          </ac:spMkLst>
        </pc:spChg>
        <pc:spChg chg="add del mod">
          <ac:chgData name="SHIVA K" userId="2f4df0bf13d78f18" providerId="LiveId" clId="{2A706111-6971-4A30-A452-3DA1BA9A892D}" dt="2021-01-10T15:08:06.850" v="534" actId="767"/>
          <ac:spMkLst>
            <pc:docMk/>
            <pc:sldMk cId="3212095137" sldId="263"/>
            <ac:spMk id="4" creationId="{DACF78FA-9670-44A8-A847-1D91C5B11E8F}"/>
          </ac:spMkLst>
        </pc:spChg>
        <pc:spChg chg="add mod">
          <ac:chgData name="SHIVA K" userId="2f4df0bf13d78f18" providerId="LiveId" clId="{2A706111-6971-4A30-A452-3DA1BA9A892D}" dt="2021-01-10T15:09:05.360" v="554" actId="1076"/>
          <ac:spMkLst>
            <pc:docMk/>
            <pc:sldMk cId="3212095137" sldId="263"/>
            <ac:spMk id="5" creationId="{FBC2ACC5-266E-415F-82FA-5D37BBC6DC4B}"/>
          </ac:spMkLst>
        </pc:spChg>
      </pc:sldChg>
      <pc:sldChg chg="addSp modSp new mod ord setBg">
        <pc:chgData name="SHIVA K" userId="2f4df0bf13d78f18" providerId="LiveId" clId="{2A706111-6971-4A30-A452-3DA1BA9A892D}" dt="2021-01-10T15:15:36.516" v="631" actId="122"/>
        <pc:sldMkLst>
          <pc:docMk/>
          <pc:sldMk cId="4259456142" sldId="264"/>
        </pc:sldMkLst>
        <pc:spChg chg="add mod">
          <ac:chgData name="SHIVA K" userId="2f4df0bf13d78f18" providerId="LiveId" clId="{2A706111-6971-4A30-A452-3DA1BA9A892D}" dt="2021-01-10T15:15:36.516" v="631" actId="122"/>
          <ac:spMkLst>
            <pc:docMk/>
            <pc:sldMk cId="4259456142" sldId="264"/>
            <ac:spMk id="2" creationId="{BBF23DBD-B863-4BF1-9799-9628ED7474FC}"/>
          </ac:spMkLst>
        </pc:spChg>
      </pc:sldChg>
      <pc:sldChg chg="addSp modSp new mod setBg">
        <pc:chgData name="SHIVA K" userId="2f4df0bf13d78f18" providerId="LiveId" clId="{2A706111-6971-4A30-A452-3DA1BA9A892D}" dt="2021-01-10T15:19:26.462" v="693" actId="113"/>
        <pc:sldMkLst>
          <pc:docMk/>
          <pc:sldMk cId="887718782" sldId="265"/>
        </pc:sldMkLst>
        <pc:spChg chg="add mod">
          <ac:chgData name="SHIVA K" userId="2f4df0bf13d78f18" providerId="LiveId" clId="{2A706111-6971-4A30-A452-3DA1BA9A892D}" dt="2021-01-10T15:19:26.462" v="693" actId="113"/>
          <ac:spMkLst>
            <pc:docMk/>
            <pc:sldMk cId="887718782" sldId="265"/>
            <ac:spMk id="2" creationId="{BE38FFA5-7012-4965-8CAC-EAB7218AB581}"/>
          </ac:spMkLst>
        </pc:spChg>
      </pc:sldChg>
      <pc:sldChg chg="addSp modSp new mod setBg">
        <pc:chgData name="SHIVA K" userId="2f4df0bf13d78f18" providerId="LiveId" clId="{2A706111-6971-4A30-A452-3DA1BA9A892D}" dt="2021-01-10T15:24:50.636" v="728" actId="114"/>
        <pc:sldMkLst>
          <pc:docMk/>
          <pc:sldMk cId="122063285" sldId="266"/>
        </pc:sldMkLst>
        <pc:spChg chg="add mod">
          <ac:chgData name="SHIVA K" userId="2f4df0bf13d78f18" providerId="LiveId" clId="{2A706111-6971-4A30-A452-3DA1BA9A892D}" dt="2021-01-10T15:24:50.636" v="728" actId="114"/>
          <ac:spMkLst>
            <pc:docMk/>
            <pc:sldMk cId="122063285" sldId="266"/>
            <ac:spMk id="2" creationId="{595BC309-FFAB-43AD-8183-5AD8CB916B09}"/>
          </ac:spMkLst>
        </pc:spChg>
        <pc:spChg chg="add mod">
          <ac:chgData name="SHIVA K" userId="2f4df0bf13d78f18" providerId="LiveId" clId="{2A706111-6971-4A30-A452-3DA1BA9A892D}" dt="2021-01-10T15:22:10.024" v="716" actId="1076"/>
          <ac:spMkLst>
            <pc:docMk/>
            <pc:sldMk cId="122063285" sldId="266"/>
            <ac:spMk id="3" creationId="{C2AAF722-796F-4E9F-A084-ABD58815FBC8}"/>
          </ac:spMkLst>
        </pc:spChg>
      </pc:sldChg>
      <pc:sldChg chg="addSp modSp new mod setBg">
        <pc:chgData name="SHIVA K" userId="2f4df0bf13d78f18" providerId="LiveId" clId="{2A706111-6971-4A30-A452-3DA1BA9A892D}" dt="2021-01-10T15:26:47.032" v="742" actId="1076"/>
        <pc:sldMkLst>
          <pc:docMk/>
          <pc:sldMk cId="1023387678" sldId="267"/>
        </pc:sldMkLst>
        <pc:spChg chg="add mod">
          <ac:chgData name="SHIVA K" userId="2f4df0bf13d78f18" providerId="LiveId" clId="{2A706111-6971-4A30-A452-3DA1BA9A892D}" dt="2021-01-10T15:26:43.424" v="741" actId="255"/>
          <ac:spMkLst>
            <pc:docMk/>
            <pc:sldMk cId="1023387678" sldId="267"/>
            <ac:spMk id="2" creationId="{92132AA1-BB7F-4E43-B68A-DBA9C398A8AA}"/>
          </ac:spMkLst>
        </pc:spChg>
        <pc:spChg chg="add mod">
          <ac:chgData name="SHIVA K" userId="2f4df0bf13d78f18" providerId="LiveId" clId="{2A706111-6971-4A30-A452-3DA1BA9A892D}" dt="2021-01-10T15:26:47.032" v="742" actId="1076"/>
          <ac:spMkLst>
            <pc:docMk/>
            <pc:sldMk cId="1023387678" sldId="267"/>
            <ac:spMk id="3" creationId="{502B0C2C-E893-480D-8698-B739E52B35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EDDCF4-676A-4907-91FD-8EFFE8A52379}" type="datetimeFigureOut">
              <a:rPr lang="en-IN" smtClean="0"/>
              <a:t>10-01-2021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8D89FE-21C7-4C9F-AB40-44B620FAB8A0}" type="slidenum">
              <a:rPr lang="en-IN" smtClean="0"/>
              <a:t>‹#›</a:t>
            </a:fld>
            <a:endParaRPr lang="en-IN"/>
          </a:p>
        </p:txBody>
      </p:sp>
    </p:spTree>
    <p:extLst>
      <p:ext uri="{BB962C8B-B14F-4D97-AF65-F5344CB8AC3E}">
        <p14:creationId xmlns:p14="http://schemas.microsoft.com/office/powerpoint/2010/main" val="1463589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6FDD26-9164-4C16-8BDB-A9849C182554}" type="datetimeFigureOut">
              <a:rPr lang="en-IN" smtClean="0"/>
              <a:t>10-01-2021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4161461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6FDD26-9164-4C16-8BDB-A9849C182554}" type="datetimeFigureOut">
              <a:rPr lang="en-IN" smtClean="0"/>
              <a:t>10-01-2021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770835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0B6FDD26-9164-4C16-8BDB-A9849C182554}" type="datetimeFigureOut">
              <a:rPr lang="en-IN" smtClean="0"/>
              <a:t>10-01-2021</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5F35E3F-BC26-4BA1-A502-4140B4D8AF32}" type="slidenum">
              <a:rPr lang="en-IN" smtClean="0"/>
              <a:t>‹#›</a:t>
            </a:fld>
            <a:endParaRPr lang="en-IN"/>
          </a:p>
        </p:txBody>
      </p:sp>
    </p:spTree>
    <p:extLst>
      <p:ext uri="{BB962C8B-B14F-4D97-AF65-F5344CB8AC3E}">
        <p14:creationId xmlns:p14="http://schemas.microsoft.com/office/powerpoint/2010/main" val="137599045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6FDD26-9164-4C16-8BDB-A9849C182554}" type="datetimeFigureOut">
              <a:rPr lang="en-IN" smtClean="0"/>
              <a:t>10-01-2021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2420130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6FDD26-9164-4C16-8BDB-A9849C182554}" type="datetimeFigureOut">
              <a:rPr lang="en-IN" smtClean="0"/>
              <a:t>10-01-2021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1026521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6FDD26-9164-4C16-8BDB-A9849C182554}" type="datetimeFigureOut">
              <a:rPr lang="en-IN" smtClean="0"/>
              <a:t>10-01-2021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910718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6FDD26-9164-4C16-8BDB-A9849C182554}" type="datetimeFigureOut">
              <a:rPr lang="en-IN" smtClean="0"/>
              <a:t>10-01-2021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3634127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6FDD26-9164-4C16-8BDB-A9849C182554}" type="datetimeFigureOut">
              <a:rPr lang="en-IN" smtClean="0"/>
              <a:t>10-01-2021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3575973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6FDD26-9164-4C16-8BDB-A9849C182554}" type="datetimeFigureOut">
              <a:rPr lang="en-IN" smtClean="0"/>
              <a:t>10-01-2021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3032278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6FDD26-9164-4C16-8BDB-A9849C182554}" type="datetimeFigureOut">
              <a:rPr lang="en-IN" smtClean="0"/>
              <a:t>10-01-2021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4189737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0B6FDD26-9164-4C16-8BDB-A9849C182554}" type="datetimeFigureOut">
              <a:rPr lang="en-IN" smtClean="0"/>
              <a:t>10-01-2021</a:t>
            </a:fld>
            <a:endParaRPr lang="en-IN"/>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C5F35E3F-BC26-4BA1-A502-4140B4D8AF32}" type="slidenum">
              <a:rPr lang="en-IN" smtClean="0"/>
              <a:t>‹#›</a:t>
            </a:fld>
            <a:endParaRPr lang="en-IN"/>
          </a:p>
        </p:txBody>
      </p:sp>
    </p:spTree>
    <p:extLst>
      <p:ext uri="{BB962C8B-B14F-4D97-AF65-F5344CB8AC3E}">
        <p14:creationId xmlns:p14="http://schemas.microsoft.com/office/powerpoint/2010/main" val="2397307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0B6FDD26-9164-4C16-8BDB-A9849C182554}" type="datetimeFigureOut">
              <a:rPr lang="en-IN" smtClean="0"/>
              <a:t>10-01-2021</a:t>
            </a:fld>
            <a:endParaRPr lang="en-IN"/>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C5F35E3F-BC26-4BA1-A502-4140B4D8AF32}" type="slidenum">
              <a:rPr lang="en-IN" smtClean="0"/>
              <a:t>‹#›</a:t>
            </a:fld>
            <a:endParaRPr lang="en-IN"/>
          </a:p>
        </p:txBody>
      </p:sp>
    </p:spTree>
    <p:extLst>
      <p:ext uri="{BB962C8B-B14F-4D97-AF65-F5344CB8AC3E}">
        <p14:creationId xmlns:p14="http://schemas.microsoft.com/office/powerpoint/2010/main" val="1328132636"/>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8100000" scaled="1"/>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F23DBD-B863-4BF1-9799-9628ED7474FC}"/>
              </a:ext>
            </a:extLst>
          </p:cNvPr>
          <p:cNvSpPr txBox="1"/>
          <p:nvPr/>
        </p:nvSpPr>
        <p:spPr>
          <a:xfrm>
            <a:off x="681037" y="1557337"/>
            <a:ext cx="10829925" cy="2165978"/>
          </a:xfrm>
          <a:prstGeom prst="rect">
            <a:avLst/>
          </a:prstGeom>
          <a:noFill/>
        </p:spPr>
        <p:txBody>
          <a:bodyPr wrap="square" rtlCol="0">
            <a:spAutoFit/>
          </a:bodyPr>
          <a:lstStyle/>
          <a:p>
            <a:pPr algn="ctr">
              <a:lnSpc>
                <a:spcPct val="150000"/>
              </a:lnSpc>
            </a:pPr>
            <a:r>
              <a:rPr lang="en-US" sz="4800" b="1" dirty="0">
                <a:latin typeface="Arial Rounded MT Bold" panose="020F0704030504030204" pitchFamily="34" charset="0"/>
              </a:rPr>
              <a:t>what happens when you type a URL in the address bar in the browser ?</a:t>
            </a:r>
            <a:endParaRPr lang="en-IN" sz="4800" b="1" dirty="0">
              <a:latin typeface="Arial Rounded MT Bold" panose="020F0704030504030204" pitchFamily="34" charset="0"/>
            </a:endParaRPr>
          </a:p>
        </p:txBody>
      </p:sp>
    </p:spTree>
    <p:extLst>
      <p:ext uri="{BB962C8B-B14F-4D97-AF65-F5344CB8AC3E}">
        <p14:creationId xmlns:p14="http://schemas.microsoft.com/office/powerpoint/2010/main" val="4259456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67000"/>
              </a:schemeClr>
            </a:gs>
            <a:gs pos="48000">
              <a:schemeClr val="accent5">
                <a:lumMod val="97000"/>
                <a:lumOff val="3000"/>
              </a:schemeClr>
            </a:gs>
            <a:gs pos="100000">
              <a:schemeClr val="accent5">
                <a:lumMod val="60000"/>
                <a:lumOff val="40000"/>
              </a:schemeClr>
            </a:gs>
          </a:gsLst>
          <a:lin ang="81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8FFA5-7012-4965-8CAC-EAB7218AB581}"/>
              </a:ext>
            </a:extLst>
          </p:cNvPr>
          <p:cNvSpPr txBox="1"/>
          <p:nvPr/>
        </p:nvSpPr>
        <p:spPr>
          <a:xfrm>
            <a:off x="176212" y="842963"/>
            <a:ext cx="11839576" cy="4453142"/>
          </a:xfrm>
          <a:prstGeom prst="rect">
            <a:avLst/>
          </a:prstGeom>
          <a:noFill/>
        </p:spPr>
        <p:txBody>
          <a:bodyPr wrap="square" rtlCol="0">
            <a:spAutoFit/>
          </a:bodyPr>
          <a:lstStyle/>
          <a:p>
            <a:pPr algn="ctr">
              <a:lnSpc>
                <a:spcPct val="150000"/>
              </a:lnSpc>
            </a:pPr>
            <a:r>
              <a:rPr lang="en-US" sz="2400" b="1" i="0" dirty="0">
                <a:effectLst/>
                <a:latin typeface="Arial Rounded MT Bold" panose="020F0704030504030204" pitchFamily="34" charset="0"/>
              </a:rPr>
              <a:t>             When you type URL into your browser the first thing that happens is a Domain Name Server (DNS) matches URL to an IP address. Then the browser sends an HTTP request to the server and the server sends back an HTTP response. The browser begins rendering the HTML on the page while also requesting any additional resources such as CSS, JavaScript, images, etc. Each subsequent request completes a request/response cycle and is rendered in turn by the browser. Then once the page is loaded some sites (though not mine) will make further asynchronous requests.</a:t>
            </a:r>
            <a:endParaRPr lang="en-IN" sz="2400" b="1" dirty="0">
              <a:latin typeface="Arial Rounded MT Bold" panose="020F0704030504030204" pitchFamily="34" charset="0"/>
            </a:endParaRPr>
          </a:p>
        </p:txBody>
      </p:sp>
    </p:spTree>
    <p:extLst>
      <p:ext uri="{BB962C8B-B14F-4D97-AF65-F5344CB8AC3E}">
        <p14:creationId xmlns:p14="http://schemas.microsoft.com/office/powerpoint/2010/main" val="887718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67000"/>
              </a:schemeClr>
            </a:gs>
            <a:gs pos="48000">
              <a:schemeClr val="accent5">
                <a:lumMod val="97000"/>
                <a:lumOff val="3000"/>
              </a:schemeClr>
            </a:gs>
            <a:gs pos="100000">
              <a:schemeClr val="accent5">
                <a:lumMod val="60000"/>
                <a:lumOff val="40000"/>
              </a:schemeClr>
            </a:gs>
          </a:gsLst>
          <a:lin ang="81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5BC309-FFAB-43AD-8183-5AD8CB916B09}"/>
              </a:ext>
            </a:extLst>
          </p:cNvPr>
          <p:cNvSpPr txBox="1"/>
          <p:nvPr/>
        </p:nvSpPr>
        <p:spPr>
          <a:xfrm>
            <a:off x="514351" y="1042987"/>
            <a:ext cx="11401425" cy="1683153"/>
          </a:xfrm>
          <a:prstGeom prst="rect">
            <a:avLst/>
          </a:prstGeom>
          <a:noFill/>
        </p:spPr>
        <p:txBody>
          <a:bodyPr wrap="square" rtlCol="0">
            <a:spAutoFit/>
          </a:bodyPr>
          <a:lstStyle/>
          <a:p>
            <a:pPr>
              <a:lnSpc>
                <a:spcPct val="150000"/>
              </a:lnSpc>
            </a:pPr>
            <a:r>
              <a:rPr lang="en-US" sz="2400" b="1" i="0" dirty="0">
                <a:effectLst/>
                <a:latin typeface="Arial Rounded MT Bold" panose="020F0704030504030204" pitchFamily="34" charset="0"/>
              </a:rPr>
              <a:t>If I were asked to explain further I might start talking about </a:t>
            </a:r>
            <a:r>
              <a:rPr lang="en-US" sz="2400" b="1" dirty="0">
                <a:effectLst/>
                <a:latin typeface="Arial Rounded MT Bold" panose="020F0704030504030204" pitchFamily="34" charset="0"/>
              </a:rPr>
              <a:t>how</a:t>
            </a:r>
            <a:r>
              <a:rPr lang="en-US" sz="2400" b="1" i="1" dirty="0">
                <a:effectLst/>
                <a:latin typeface="Arial Rounded MT Bold" panose="020F0704030504030204" pitchFamily="34" charset="0"/>
              </a:rPr>
              <a:t> </a:t>
            </a:r>
            <a:r>
              <a:rPr lang="en-US" sz="2400" b="1" i="0" dirty="0">
                <a:effectLst/>
                <a:latin typeface="Arial Rounded MT Bold" panose="020F0704030504030204" pitchFamily="34" charset="0"/>
              </a:rPr>
              <a:t> the server and browser connect via </a:t>
            </a:r>
            <a:r>
              <a:rPr lang="en-US" sz="2400" b="1" dirty="0">
                <a:latin typeface="Arial Rounded MT Bold" panose="020F0704030504030204" pitchFamily="34" charset="0"/>
              </a:rPr>
              <a:t>TCP</a:t>
            </a:r>
            <a:r>
              <a:rPr lang="en-US" sz="2400" b="1" i="0" dirty="0">
                <a:effectLst/>
                <a:latin typeface="Arial Rounded MT Bold" panose="020F0704030504030204" pitchFamily="34" charset="0"/>
              </a:rPr>
              <a:t>. And we could discuss encryption via https, too.</a:t>
            </a:r>
            <a:endParaRPr lang="en-IN" sz="2400" b="1" dirty="0">
              <a:latin typeface="Arial Rounded MT Bold" panose="020F0704030504030204" pitchFamily="34" charset="0"/>
            </a:endParaRPr>
          </a:p>
        </p:txBody>
      </p:sp>
      <p:sp>
        <p:nvSpPr>
          <p:cNvPr id="3" name="TextBox 2">
            <a:extLst>
              <a:ext uri="{FF2B5EF4-FFF2-40B4-BE49-F238E27FC236}">
                <a16:creationId xmlns:a16="http://schemas.microsoft.com/office/drawing/2014/main" id="{C2AAF722-796F-4E9F-A084-ABD58815FBC8}"/>
              </a:ext>
            </a:extLst>
          </p:cNvPr>
          <p:cNvSpPr txBox="1"/>
          <p:nvPr/>
        </p:nvSpPr>
        <p:spPr>
          <a:xfrm>
            <a:off x="514351" y="3429000"/>
            <a:ext cx="11272837" cy="1129155"/>
          </a:xfrm>
          <a:prstGeom prst="rect">
            <a:avLst/>
          </a:prstGeom>
          <a:noFill/>
        </p:spPr>
        <p:txBody>
          <a:bodyPr wrap="square" rtlCol="0">
            <a:spAutoFit/>
          </a:bodyPr>
          <a:lstStyle/>
          <a:p>
            <a:pPr>
              <a:lnSpc>
                <a:spcPct val="150000"/>
              </a:lnSpc>
            </a:pPr>
            <a:r>
              <a:rPr lang="en-US" sz="2400" b="1" i="0" dirty="0">
                <a:effectLst/>
                <a:latin typeface="Arial Rounded MT Bold" panose="020F0704030504030204" pitchFamily="34" charset="0"/>
              </a:rPr>
              <a:t>But fundamentally, it’s only 7 steps. I hope this clears up any confusion for readers</a:t>
            </a:r>
            <a:r>
              <a:rPr lang="en-US" b="0" i="0" dirty="0">
                <a:solidFill>
                  <a:srgbClr val="3C3C3C"/>
                </a:solidFill>
                <a:effectLst/>
                <a:latin typeface="Concourse_T3"/>
              </a:rPr>
              <a:t>.</a:t>
            </a:r>
            <a:endParaRPr lang="en-IN" dirty="0"/>
          </a:p>
        </p:txBody>
      </p:sp>
    </p:spTree>
    <p:extLst>
      <p:ext uri="{BB962C8B-B14F-4D97-AF65-F5344CB8AC3E}">
        <p14:creationId xmlns:p14="http://schemas.microsoft.com/office/powerpoint/2010/main" val="122063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67000"/>
              </a:schemeClr>
            </a:gs>
            <a:gs pos="48000">
              <a:schemeClr val="accent5">
                <a:lumMod val="97000"/>
                <a:lumOff val="3000"/>
              </a:schemeClr>
            </a:gs>
            <a:gs pos="100000">
              <a:schemeClr val="accent5">
                <a:lumMod val="60000"/>
                <a:lumOff val="40000"/>
              </a:schemeClr>
            </a:gs>
          </a:gsLst>
          <a:lin ang="81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132AA1-BB7F-4E43-B68A-DBA9C398A8AA}"/>
              </a:ext>
            </a:extLst>
          </p:cNvPr>
          <p:cNvSpPr txBox="1"/>
          <p:nvPr/>
        </p:nvSpPr>
        <p:spPr>
          <a:xfrm>
            <a:off x="157163" y="414337"/>
            <a:ext cx="8929687" cy="646331"/>
          </a:xfrm>
          <a:prstGeom prst="rect">
            <a:avLst/>
          </a:prstGeom>
          <a:noFill/>
        </p:spPr>
        <p:txBody>
          <a:bodyPr wrap="square" rtlCol="0">
            <a:spAutoFit/>
          </a:bodyPr>
          <a:lstStyle/>
          <a:p>
            <a:r>
              <a:rPr lang="en-US" sz="3600" b="1" i="0" dirty="0">
                <a:effectLst/>
                <a:latin typeface="Arial Rounded MT Bold" panose="020F0704030504030204" pitchFamily="34" charset="0"/>
              </a:rPr>
              <a:t>This is how I would explain it :</a:t>
            </a:r>
            <a:endParaRPr lang="en-IN" sz="3600" b="1" dirty="0">
              <a:latin typeface="Arial Rounded MT Bold" panose="020F0704030504030204" pitchFamily="34" charset="0"/>
            </a:endParaRPr>
          </a:p>
        </p:txBody>
      </p:sp>
      <p:sp>
        <p:nvSpPr>
          <p:cNvPr id="3" name="TextBox 2">
            <a:extLst>
              <a:ext uri="{FF2B5EF4-FFF2-40B4-BE49-F238E27FC236}">
                <a16:creationId xmlns:a16="http://schemas.microsoft.com/office/drawing/2014/main" id="{502B0C2C-E893-480D-8698-B739E52B3528}"/>
              </a:ext>
            </a:extLst>
          </p:cNvPr>
          <p:cNvSpPr txBox="1"/>
          <p:nvPr/>
        </p:nvSpPr>
        <p:spPr>
          <a:xfrm>
            <a:off x="588169" y="1378743"/>
            <a:ext cx="11015662" cy="5355312"/>
          </a:xfrm>
          <a:prstGeom prst="rect">
            <a:avLst/>
          </a:prstGeom>
          <a:noFill/>
        </p:spPr>
        <p:txBody>
          <a:bodyPr wrap="square" rtlCol="0">
            <a:spAutoFit/>
          </a:bodyPr>
          <a:lstStyle/>
          <a:p>
            <a:pPr>
              <a:lnSpc>
                <a:spcPct val="150000"/>
              </a:lnSpc>
              <a:buFont typeface="+mj-lt"/>
              <a:buAutoNum type="arabicPeriod"/>
            </a:pPr>
            <a:r>
              <a:rPr lang="en-US" sz="2400" b="1" i="0" dirty="0">
                <a:effectLst/>
                <a:latin typeface="Arial Rounded MT Bold" panose="020F0704030504030204" pitchFamily="34" charset="0"/>
              </a:rPr>
              <a:t>You enter a URL into a web browser</a:t>
            </a:r>
          </a:p>
          <a:p>
            <a:pPr>
              <a:lnSpc>
                <a:spcPct val="150000"/>
              </a:lnSpc>
              <a:buFont typeface="+mj-lt"/>
              <a:buAutoNum type="arabicPeriod"/>
            </a:pPr>
            <a:r>
              <a:rPr lang="en-US" sz="2400" b="1" i="0" dirty="0">
                <a:effectLst/>
                <a:latin typeface="Arial Rounded MT Bold" panose="020F0704030504030204" pitchFamily="34" charset="0"/>
              </a:rPr>
              <a:t>The browser looks up the IP address for the domain name via DNS</a:t>
            </a:r>
          </a:p>
          <a:p>
            <a:pPr>
              <a:lnSpc>
                <a:spcPct val="150000"/>
              </a:lnSpc>
              <a:buFont typeface="+mj-lt"/>
              <a:buAutoNum type="arabicPeriod"/>
            </a:pPr>
            <a:r>
              <a:rPr lang="en-US" sz="2400" b="1" i="0" dirty="0">
                <a:effectLst/>
                <a:latin typeface="Arial Rounded MT Bold" panose="020F0704030504030204" pitchFamily="34" charset="0"/>
              </a:rPr>
              <a:t>The browser sends a HTTP </a:t>
            </a:r>
            <a:r>
              <a:rPr lang="en-US" sz="2400" b="1" i="1" dirty="0">
                <a:effectLst/>
                <a:latin typeface="Arial Rounded MT Bold" panose="020F0704030504030204" pitchFamily="34" charset="0"/>
              </a:rPr>
              <a:t>request</a:t>
            </a:r>
            <a:r>
              <a:rPr lang="en-US" sz="2400" b="1" i="0" dirty="0">
                <a:effectLst/>
                <a:latin typeface="Arial Rounded MT Bold" panose="020F0704030504030204" pitchFamily="34" charset="0"/>
              </a:rPr>
              <a:t> to the server</a:t>
            </a:r>
          </a:p>
          <a:p>
            <a:pPr>
              <a:lnSpc>
                <a:spcPct val="150000"/>
              </a:lnSpc>
              <a:buFont typeface="+mj-lt"/>
              <a:buAutoNum type="arabicPeriod"/>
            </a:pPr>
            <a:r>
              <a:rPr lang="en-US" sz="2400" b="1" i="0" dirty="0">
                <a:effectLst/>
                <a:latin typeface="Arial Rounded MT Bold" panose="020F0704030504030204" pitchFamily="34" charset="0"/>
              </a:rPr>
              <a:t>The server sends back a HTTP </a:t>
            </a:r>
            <a:r>
              <a:rPr lang="en-US" sz="2400" b="1" i="1" dirty="0">
                <a:effectLst/>
                <a:latin typeface="Arial Rounded MT Bold" panose="020F0704030504030204" pitchFamily="34" charset="0"/>
              </a:rPr>
              <a:t>response</a:t>
            </a:r>
            <a:endParaRPr lang="en-US" sz="2400" b="1" i="0" dirty="0">
              <a:effectLst/>
              <a:latin typeface="Arial Rounded MT Bold" panose="020F0704030504030204" pitchFamily="34" charset="0"/>
            </a:endParaRPr>
          </a:p>
          <a:p>
            <a:pPr>
              <a:lnSpc>
                <a:spcPct val="150000"/>
              </a:lnSpc>
              <a:buFont typeface="+mj-lt"/>
              <a:buAutoNum type="arabicPeriod"/>
            </a:pPr>
            <a:r>
              <a:rPr lang="en-US" sz="2400" b="1" i="0" dirty="0">
                <a:effectLst/>
                <a:latin typeface="Arial Rounded MT Bold" panose="020F0704030504030204" pitchFamily="34" charset="0"/>
              </a:rPr>
              <a:t>The browser begins rendering the HTML</a:t>
            </a:r>
          </a:p>
          <a:p>
            <a:pPr>
              <a:lnSpc>
                <a:spcPct val="150000"/>
              </a:lnSpc>
              <a:buFont typeface="+mj-lt"/>
              <a:buAutoNum type="arabicPeriod"/>
            </a:pPr>
            <a:r>
              <a:rPr lang="en-US" sz="2400" b="1" i="0" dirty="0">
                <a:effectLst/>
                <a:latin typeface="Arial Rounded MT Bold" panose="020F0704030504030204" pitchFamily="34" charset="0"/>
              </a:rPr>
              <a:t>The browser sends requests for additional objects embedded in HTML (images, </a:t>
            </a:r>
            <a:r>
              <a:rPr lang="en-US" sz="2400" b="1" i="0" dirty="0" err="1">
                <a:effectLst/>
                <a:latin typeface="Arial Rounded MT Bold" panose="020F0704030504030204" pitchFamily="34" charset="0"/>
              </a:rPr>
              <a:t>css</a:t>
            </a:r>
            <a:r>
              <a:rPr lang="en-US" sz="2400" b="1" i="0" dirty="0">
                <a:effectLst/>
                <a:latin typeface="Arial Rounded MT Bold" panose="020F0704030504030204" pitchFamily="34" charset="0"/>
              </a:rPr>
              <a:t>, JavaScript) and repeats steps 3-5.</a:t>
            </a:r>
          </a:p>
          <a:p>
            <a:pPr>
              <a:lnSpc>
                <a:spcPct val="150000"/>
              </a:lnSpc>
              <a:buFont typeface="+mj-lt"/>
              <a:buAutoNum type="arabicPeriod"/>
            </a:pPr>
            <a:r>
              <a:rPr lang="en-US" sz="2400" b="1" i="0" dirty="0">
                <a:effectLst/>
                <a:latin typeface="Arial Rounded MT Bold" panose="020F0704030504030204" pitchFamily="34" charset="0"/>
              </a:rPr>
              <a:t>Once the page is loaded, the browser sends further async requests as needed.</a:t>
            </a:r>
          </a:p>
          <a:p>
            <a:endParaRPr lang="en-IN" dirty="0"/>
          </a:p>
        </p:txBody>
      </p:sp>
    </p:spTree>
    <p:extLst>
      <p:ext uri="{BB962C8B-B14F-4D97-AF65-F5344CB8AC3E}">
        <p14:creationId xmlns:p14="http://schemas.microsoft.com/office/powerpoint/2010/main" val="1023387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BB793A-A172-4CF9-877A-F3DF8CF63CA0}"/>
              </a:ext>
            </a:extLst>
          </p:cNvPr>
          <p:cNvSpPr txBox="1"/>
          <p:nvPr/>
        </p:nvSpPr>
        <p:spPr>
          <a:xfrm>
            <a:off x="184826" y="494591"/>
            <a:ext cx="10428051" cy="646331"/>
          </a:xfrm>
          <a:prstGeom prst="rect">
            <a:avLst/>
          </a:prstGeom>
          <a:noFill/>
        </p:spPr>
        <p:txBody>
          <a:bodyPr wrap="square" rtlCol="0">
            <a:spAutoFit/>
          </a:bodyPr>
          <a:lstStyle/>
          <a:p>
            <a:r>
              <a:rPr lang="en-US" sz="3600" dirty="0">
                <a:solidFill>
                  <a:srgbClr val="002060"/>
                </a:solidFill>
                <a:latin typeface="Arial Rounded MT Bold" panose="020F0704030504030204" pitchFamily="34" charset="0"/>
              </a:rPr>
              <a:t>Difference between HTTP1.1 vs HTTP2.0 :</a:t>
            </a:r>
            <a:endParaRPr lang="en-IN" sz="3600" dirty="0">
              <a:solidFill>
                <a:srgbClr val="002060"/>
              </a:solidFill>
              <a:latin typeface="Arial Rounded MT Bold" panose="020F0704030504030204" pitchFamily="34" charset="0"/>
            </a:endParaRPr>
          </a:p>
        </p:txBody>
      </p:sp>
      <p:sp>
        <p:nvSpPr>
          <p:cNvPr id="22" name="TextBox 21">
            <a:extLst>
              <a:ext uri="{FF2B5EF4-FFF2-40B4-BE49-F238E27FC236}">
                <a16:creationId xmlns:a16="http://schemas.microsoft.com/office/drawing/2014/main" id="{2BC55DE6-E4C4-4F56-BF4F-8AE38908C20E}"/>
              </a:ext>
            </a:extLst>
          </p:cNvPr>
          <p:cNvSpPr txBox="1"/>
          <p:nvPr/>
        </p:nvSpPr>
        <p:spPr>
          <a:xfrm>
            <a:off x="184826" y="1900237"/>
            <a:ext cx="11616649" cy="2594621"/>
          </a:xfrm>
          <a:prstGeom prst="rect">
            <a:avLst/>
          </a:prstGeom>
          <a:noFill/>
        </p:spPr>
        <p:txBody>
          <a:bodyPr wrap="square" rtlCol="0">
            <a:spAutoFit/>
          </a:bodyPr>
          <a:lstStyle/>
          <a:p>
            <a:pPr>
              <a:lnSpc>
                <a:spcPct val="150000"/>
              </a:lnSpc>
            </a:pPr>
            <a:r>
              <a:rPr lang="en-US" sz="2800" b="0" i="0" dirty="0">
                <a:solidFill>
                  <a:srgbClr val="002060"/>
                </a:solidFill>
                <a:effectLst/>
                <a:latin typeface="Arial Rounded MT Bold" panose="020F0704030504030204" pitchFamily="34" charset="0"/>
              </a:rPr>
              <a:t>          There are many advancement and the new feature was implemented in HTTP 2.0 , since HTTP 1.1 "practically" only allows one outstanding request per TCP connection. But with HTTP 2.0 we can have multiple request at a time.</a:t>
            </a:r>
            <a:endParaRPr lang="en-IN" sz="2800" dirty="0">
              <a:solidFill>
                <a:srgbClr val="002060"/>
              </a:solidFill>
              <a:latin typeface="Arial Rounded MT Bold" panose="020F0704030504030204" pitchFamily="34" charset="0"/>
            </a:endParaRPr>
          </a:p>
        </p:txBody>
      </p:sp>
    </p:spTree>
    <p:extLst>
      <p:ext uri="{BB962C8B-B14F-4D97-AF65-F5344CB8AC3E}">
        <p14:creationId xmlns:p14="http://schemas.microsoft.com/office/powerpoint/2010/main" val="1985766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4EC8B04-9845-41E1-98C4-20B7675816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960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5FEC9A-53E8-4D6C-9232-CFC687EC369F}"/>
              </a:ext>
            </a:extLst>
          </p:cNvPr>
          <p:cNvSpPr txBox="1"/>
          <p:nvPr/>
        </p:nvSpPr>
        <p:spPr>
          <a:xfrm>
            <a:off x="357188" y="328613"/>
            <a:ext cx="11229975" cy="1948290"/>
          </a:xfrm>
          <a:prstGeom prst="rect">
            <a:avLst/>
          </a:prstGeom>
          <a:noFill/>
        </p:spPr>
        <p:txBody>
          <a:bodyPr wrap="square" rtlCol="0">
            <a:spAutoFit/>
          </a:bodyPr>
          <a:lstStyle/>
          <a:p>
            <a:pPr>
              <a:lnSpc>
                <a:spcPct val="150000"/>
              </a:lnSpc>
            </a:pPr>
            <a:r>
              <a:rPr lang="en-US" sz="2800" b="0" i="0" dirty="0">
                <a:solidFill>
                  <a:srgbClr val="002060"/>
                </a:solidFill>
                <a:effectLst/>
                <a:latin typeface="Arial Rounded MT Bold" panose="020F0704030504030204" pitchFamily="34" charset="0"/>
              </a:rPr>
              <a:t>            When we use http 1.1 version, if you request web page at a one time only 1 file is getting loaded on your UI, but with HTTP 2.0 both file will get loaded.</a:t>
            </a:r>
            <a:endParaRPr lang="en-IN" sz="2800" dirty="0">
              <a:solidFill>
                <a:srgbClr val="002060"/>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FBC2ACC5-266E-415F-82FA-5D37BBC6DC4B}"/>
              </a:ext>
            </a:extLst>
          </p:cNvPr>
          <p:cNvSpPr txBox="1"/>
          <p:nvPr/>
        </p:nvSpPr>
        <p:spPr>
          <a:xfrm>
            <a:off x="416718" y="2476927"/>
            <a:ext cx="11358563" cy="3887283"/>
          </a:xfrm>
          <a:prstGeom prst="rect">
            <a:avLst/>
          </a:prstGeom>
          <a:noFill/>
        </p:spPr>
        <p:txBody>
          <a:bodyPr wrap="square" rtlCol="0">
            <a:spAutoFit/>
          </a:bodyPr>
          <a:lstStyle/>
          <a:p>
            <a:pPr>
              <a:lnSpc>
                <a:spcPct val="150000"/>
              </a:lnSpc>
            </a:pPr>
            <a:r>
              <a:rPr lang="en-US" sz="2800" b="0" i="0" dirty="0">
                <a:solidFill>
                  <a:srgbClr val="002060"/>
                </a:solidFill>
                <a:effectLst/>
                <a:latin typeface="Arial Rounded MT Bold" panose="020F0704030504030204" pitchFamily="34" charset="0"/>
              </a:rPr>
              <a:t>           This is Multiplexing multiple requests over a single TCP connection an advantage out of many advantages in HTTP 2.0 together with HTTP headers compression, priority and more intelligent packet streaming management. This results in reduced latency and accelerates content download on modern web pages.</a:t>
            </a:r>
            <a:endParaRPr lang="en-IN" sz="2800" dirty="0">
              <a:solidFill>
                <a:srgbClr val="002060"/>
              </a:solidFill>
              <a:latin typeface="Arial Rounded MT Bold" panose="020F0704030504030204" pitchFamily="34" charset="0"/>
            </a:endParaRPr>
          </a:p>
        </p:txBody>
      </p:sp>
    </p:spTree>
    <p:extLst>
      <p:ext uri="{BB962C8B-B14F-4D97-AF65-F5344CB8AC3E}">
        <p14:creationId xmlns:p14="http://schemas.microsoft.com/office/powerpoint/2010/main" val="321209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alpha val="62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C863A-D016-4C07-BE88-C903C9B9C344}"/>
              </a:ext>
            </a:extLst>
          </p:cNvPr>
          <p:cNvSpPr txBox="1"/>
          <p:nvPr/>
        </p:nvSpPr>
        <p:spPr>
          <a:xfrm>
            <a:off x="124692" y="66835"/>
            <a:ext cx="8562108" cy="1200329"/>
          </a:xfrm>
          <a:prstGeom prst="rect">
            <a:avLst/>
          </a:prstGeom>
          <a:noFill/>
        </p:spPr>
        <p:txBody>
          <a:bodyPr wrap="square" rtlCol="0">
            <a:spAutoFit/>
          </a:bodyPr>
          <a:lstStyle/>
          <a:p>
            <a:r>
              <a:rPr lang="en-IN" sz="3600" b="1" dirty="0">
                <a:effectLst/>
                <a:latin typeface="Arial Rounded MT Bold" panose="020F0704030504030204" pitchFamily="34" charset="0"/>
                <a:ea typeface="Calibri" panose="020F0502020204030204" pitchFamily="34" charset="0"/>
                <a:cs typeface="Times New Roman" panose="02020603050405020304" pitchFamily="18" charset="0"/>
              </a:rPr>
              <a:t>Browser JS(JavaScript) VS Node JS</a:t>
            </a:r>
            <a:endParaRPr lang="en-IN" sz="3600" dirty="0">
              <a:effectLst/>
              <a:latin typeface="Arial Rounded MT Bold" panose="020F0704030504030204" pitchFamily="34" charset="0"/>
              <a:ea typeface="Calibri" panose="020F0502020204030204" pitchFamily="34" charset="0"/>
              <a:cs typeface="Times New Roman" panose="02020603050405020304" pitchFamily="18" charset="0"/>
            </a:endParaRPr>
          </a:p>
          <a:p>
            <a:endParaRPr lang="en-IN" sz="3600" dirty="0">
              <a:latin typeface="Arial Rounded MT Bold" panose="020F0704030504030204" pitchFamily="34" charset="0"/>
            </a:endParaRPr>
          </a:p>
        </p:txBody>
      </p:sp>
      <p:graphicFrame>
        <p:nvGraphicFramePr>
          <p:cNvPr id="6" name="Table 6">
            <a:extLst>
              <a:ext uri="{FF2B5EF4-FFF2-40B4-BE49-F238E27FC236}">
                <a16:creationId xmlns:a16="http://schemas.microsoft.com/office/drawing/2014/main" id="{4B5EB029-89AB-4664-958C-070E74CA56EB}"/>
              </a:ext>
            </a:extLst>
          </p:cNvPr>
          <p:cNvGraphicFramePr>
            <a:graphicFrameLocks noGrp="1"/>
          </p:cNvGraphicFramePr>
          <p:nvPr>
            <p:extLst>
              <p:ext uri="{D42A27DB-BD31-4B8C-83A1-F6EECF244321}">
                <p14:modId xmlns:p14="http://schemas.microsoft.com/office/powerpoint/2010/main" val="3284193638"/>
              </p:ext>
            </p:extLst>
          </p:nvPr>
        </p:nvGraphicFramePr>
        <p:xfrm>
          <a:off x="737754" y="802793"/>
          <a:ext cx="10716492" cy="5888951"/>
        </p:xfrm>
        <a:graphic>
          <a:graphicData uri="http://schemas.openxmlformats.org/drawingml/2006/table">
            <a:tbl>
              <a:tblPr firstRow="1" bandRow="1">
                <a:tableStyleId>{F5AB1C69-6EDB-4FF4-983F-18BD219EF322}</a:tableStyleId>
              </a:tblPr>
              <a:tblGrid>
                <a:gridCol w="1258746">
                  <a:extLst>
                    <a:ext uri="{9D8B030D-6E8A-4147-A177-3AD203B41FA5}">
                      <a16:colId xmlns:a16="http://schemas.microsoft.com/office/drawing/2014/main" val="2193911421"/>
                    </a:ext>
                  </a:extLst>
                </a:gridCol>
                <a:gridCol w="4728873">
                  <a:extLst>
                    <a:ext uri="{9D8B030D-6E8A-4147-A177-3AD203B41FA5}">
                      <a16:colId xmlns:a16="http://schemas.microsoft.com/office/drawing/2014/main" val="4119988545"/>
                    </a:ext>
                  </a:extLst>
                </a:gridCol>
                <a:gridCol w="4728873">
                  <a:extLst>
                    <a:ext uri="{9D8B030D-6E8A-4147-A177-3AD203B41FA5}">
                      <a16:colId xmlns:a16="http://schemas.microsoft.com/office/drawing/2014/main" val="2623020112"/>
                    </a:ext>
                  </a:extLst>
                </a:gridCol>
              </a:tblGrid>
              <a:tr h="787414">
                <a:tc>
                  <a:txBody>
                    <a:bodyPr/>
                    <a:lstStyle/>
                    <a:p>
                      <a:pPr algn="ctr">
                        <a:lnSpc>
                          <a:spcPct val="150000"/>
                        </a:lnSpc>
                      </a:pPr>
                      <a:r>
                        <a:rPr lang="en-IN" sz="3200" b="1" kern="1200" dirty="0">
                          <a:solidFill>
                            <a:schemeClr val="lt1"/>
                          </a:solidFill>
                          <a:effectLst/>
                          <a:latin typeface="+mn-lt"/>
                          <a:ea typeface="+mn-ea"/>
                          <a:cs typeface="+mn-cs"/>
                        </a:rPr>
                        <a:t>S.no</a:t>
                      </a:r>
                      <a:endParaRPr lang="en-IN" sz="3200" dirty="0"/>
                    </a:p>
                  </a:txBody>
                  <a:tcPr/>
                </a:tc>
                <a:tc>
                  <a:txBody>
                    <a:bodyPr/>
                    <a:lstStyle/>
                    <a:p>
                      <a:pPr algn="ctr">
                        <a:lnSpc>
                          <a:spcPct val="150000"/>
                        </a:lnSpc>
                      </a:pPr>
                      <a:r>
                        <a:rPr lang="en-IN" sz="3200" b="1" kern="1200" dirty="0">
                          <a:solidFill>
                            <a:schemeClr val="lt1"/>
                          </a:solidFill>
                          <a:effectLst/>
                          <a:latin typeface="+mn-lt"/>
                          <a:ea typeface="+mn-ea"/>
                          <a:cs typeface="+mn-cs"/>
                        </a:rPr>
                        <a:t>Browser JS</a:t>
                      </a:r>
                      <a:endParaRPr lang="en-IN" sz="3200" dirty="0"/>
                    </a:p>
                  </a:txBody>
                  <a:tcPr/>
                </a:tc>
                <a:tc>
                  <a:txBody>
                    <a:bodyPr/>
                    <a:lstStyle/>
                    <a:p>
                      <a:pPr algn="ctr">
                        <a:lnSpc>
                          <a:spcPct val="150000"/>
                        </a:lnSpc>
                      </a:pPr>
                      <a:r>
                        <a:rPr lang="en-IN" sz="3200" b="1" kern="1200" dirty="0">
                          <a:solidFill>
                            <a:schemeClr val="lt1"/>
                          </a:solidFill>
                          <a:effectLst/>
                          <a:latin typeface="+mn-lt"/>
                          <a:ea typeface="+mn-ea"/>
                          <a:cs typeface="+mn-cs"/>
                        </a:rPr>
                        <a:t>Node JS</a:t>
                      </a:r>
                      <a:endParaRPr lang="en-IN" sz="3200" dirty="0"/>
                    </a:p>
                  </a:txBody>
                  <a:tcPr/>
                </a:tc>
                <a:extLst>
                  <a:ext uri="{0D108BD9-81ED-4DB2-BD59-A6C34878D82A}">
                    <a16:rowId xmlns:a16="http://schemas.microsoft.com/office/drawing/2014/main" val="2569134288"/>
                  </a:ext>
                </a:extLst>
              </a:tr>
              <a:tr h="1025433">
                <a:tc>
                  <a:txBody>
                    <a:bodyPr/>
                    <a:lstStyle/>
                    <a:p>
                      <a:pPr algn="ctr">
                        <a:lnSpc>
                          <a:spcPct val="150000"/>
                        </a:lnSpc>
                      </a:pPr>
                      <a:r>
                        <a:rPr lang="en-IN" sz="2400" dirty="0">
                          <a:latin typeface="Arial Rounded MT Bold" panose="020F0704030504030204" pitchFamily="34" charset="0"/>
                        </a:rPr>
                        <a:t>1</a:t>
                      </a:r>
                    </a:p>
                  </a:txBody>
                  <a:tcPr/>
                </a:tc>
                <a:tc>
                  <a:txBody>
                    <a:bodyPr/>
                    <a:lstStyle/>
                    <a:p>
                      <a:pPr algn="ctr"/>
                      <a:r>
                        <a:rPr lang="en-IN" sz="1800" kern="1200" dirty="0" err="1">
                          <a:solidFill>
                            <a:schemeClr val="dk1"/>
                          </a:solidFill>
                          <a:effectLst/>
                          <a:latin typeface="Arial Rounded MT Bold" panose="020F0704030504030204" pitchFamily="34" charset="0"/>
                          <a:ea typeface="+mn-ea"/>
                          <a:cs typeface="+mn-cs"/>
                        </a:rPr>
                        <a:t>Javascript</a:t>
                      </a:r>
                      <a:r>
                        <a:rPr lang="en-IN" sz="1800" kern="1200" dirty="0">
                          <a:solidFill>
                            <a:schemeClr val="dk1"/>
                          </a:solidFill>
                          <a:effectLst/>
                          <a:latin typeface="Arial Rounded MT Bold" panose="020F0704030504030204" pitchFamily="34" charset="0"/>
                          <a:ea typeface="+mn-ea"/>
                          <a:cs typeface="+mn-cs"/>
                        </a:rPr>
                        <a:t> is a programming language that is used for writing scripts on the websites</a:t>
                      </a:r>
                      <a:endParaRPr lang="en-IN" dirty="0">
                        <a:latin typeface="Arial Rounded MT Bold" panose="020F0704030504030204" pitchFamily="34" charset="0"/>
                      </a:endParaRPr>
                    </a:p>
                  </a:txBody>
                  <a:tcPr/>
                </a:tc>
                <a:tc>
                  <a:txBody>
                    <a:bodyPr/>
                    <a:lstStyle/>
                    <a:p>
                      <a:pPr algn="ctr"/>
                      <a:r>
                        <a:rPr lang="en-IN" sz="1800" kern="1200" dirty="0">
                          <a:solidFill>
                            <a:schemeClr val="dk1"/>
                          </a:solidFill>
                          <a:effectLst/>
                          <a:latin typeface="Arial Rounded MT Bold" panose="020F0704030504030204" pitchFamily="34" charset="0"/>
                          <a:ea typeface="+mn-ea"/>
                          <a:cs typeface="+mn-cs"/>
                        </a:rPr>
                        <a:t>NodeJS is a </a:t>
                      </a:r>
                      <a:r>
                        <a:rPr lang="en-IN" sz="1800" kern="1200" dirty="0" err="1">
                          <a:solidFill>
                            <a:schemeClr val="dk1"/>
                          </a:solidFill>
                          <a:effectLst/>
                          <a:latin typeface="Arial Rounded MT Bold" panose="020F0704030504030204" pitchFamily="34" charset="0"/>
                          <a:ea typeface="+mn-ea"/>
                          <a:cs typeface="+mn-cs"/>
                        </a:rPr>
                        <a:t>Javascript</a:t>
                      </a:r>
                      <a:r>
                        <a:rPr lang="en-IN" sz="1800" kern="1200" dirty="0">
                          <a:solidFill>
                            <a:schemeClr val="dk1"/>
                          </a:solidFill>
                          <a:effectLst/>
                          <a:latin typeface="Arial Rounded MT Bold" panose="020F0704030504030204" pitchFamily="34" charset="0"/>
                          <a:ea typeface="+mn-ea"/>
                          <a:cs typeface="+mn-cs"/>
                        </a:rPr>
                        <a:t> runtime environment</a:t>
                      </a:r>
                      <a:r>
                        <a:rPr lang="en-IN" sz="1800" kern="1200" dirty="0">
                          <a:solidFill>
                            <a:schemeClr val="dk1"/>
                          </a:solidFill>
                          <a:effectLst/>
                          <a:latin typeface="+mn-lt"/>
                          <a:ea typeface="+mn-ea"/>
                          <a:cs typeface="+mn-cs"/>
                        </a:rPr>
                        <a:t>.</a:t>
                      </a:r>
                      <a:endParaRPr lang="en-IN" dirty="0"/>
                    </a:p>
                  </a:txBody>
                  <a:tcPr/>
                </a:tc>
                <a:extLst>
                  <a:ext uri="{0D108BD9-81ED-4DB2-BD59-A6C34878D82A}">
                    <a16:rowId xmlns:a16="http://schemas.microsoft.com/office/drawing/2014/main" val="1039573750"/>
                  </a:ext>
                </a:extLst>
              </a:tr>
              <a:tr h="1081620">
                <a:tc>
                  <a:txBody>
                    <a:bodyPr/>
                    <a:lstStyle/>
                    <a:p>
                      <a:pPr algn="ctr">
                        <a:lnSpc>
                          <a:spcPct val="150000"/>
                        </a:lnSpc>
                      </a:pPr>
                      <a:r>
                        <a:rPr lang="en-IN" sz="2400" b="0" dirty="0">
                          <a:latin typeface="Arial Rounded MT Bold" panose="020F0704030504030204" pitchFamily="34" charset="0"/>
                        </a:rPr>
                        <a:t>2</a:t>
                      </a:r>
                    </a:p>
                  </a:txBody>
                  <a:tcPr/>
                </a:tc>
                <a:tc>
                  <a:txBody>
                    <a:bodyPr/>
                    <a:lstStyle/>
                    <a:p>
                      <a:pPr algn="ctr"/>
                      <a:r>
                        <a:rPr lang="en-IN" sz="1800" kern="1200" dirty="0" err="1">
                          <a:solidFill>
                            <a:schemeClr val="dk1"/>
                          </a:solidFill>
                          <a:effectLst/>
                          <a:latin typeface="Arial Rounded MT Bold" panose="020F0704030504030204" pitchFamily="34" charset="0"/>
                          <a:ea typeface="+mn-ea"/>
                          <a:cs typeface="+mn-cs"/>
                        </a:rPr>
                        <a:t>Javascript</a:t>
                      </a:r>
                      <a:r>
                        <a:rPr lang="en-IN" sz="1800" kern="1200" dirty="0">
                          <a:solidFill>
                            <a:schemeClr val="dk1"/>
                          </a:solidFill>
                          <a:effectLst/>
                          <a:latin typeface="Arial Rounded MT Bold" panose="020F0704030504030204" pitchFamily="34" charset="0"/>
                          <a:ea typeface="+mn-ea"/>
                          <a:cs typeface="+mn-cs"/>
                        </a:rPr>
                        <a:t> can only be run in the browsers, And it is basically used on the </a:t>
                      </a:r>
                      <a:r>
                        <a:rPr lang="en-IN" sz="1800" b="1" kern="1200" dirty="0">
                          <a:solidFill>
                            <a:schemeClr val="dk1"/>
                          </a:solidFill>
                          <a:effectLst/>
                          <a:latin typeface="Arial Rounded MT Bold" panose="020F0704030504030204" pitchFamily="34" charset="0"/>
                          <a:ea typeface="+mn-ea"/>
                          <a:cs typeface="+mn-cs"/>
                        </a:rPr>
                        <a:t>Client – Side</a:t>
                      </a:r>
                      <a:r>
                        <a:rPr lang="en-IN" sz="1800" kern="1200" dirty="0">
                          <a:solidFill>
                            <a:schemeClr val="dk1"/>
                          </a:solidFill>
                          <a:effectLst/>
                          <a:latin typeface="Arial Rounded MT Bold" panose="020F0704030504030204" pitchFamily="34" charset="0"/>
                          <a:ea typeface="+mn-ea"/>
                          <a:cs typeface="+mn-cs"/>
                        </a:rPr>
                        <a:t>.</a:t>
                      </a:r>
                      <a:endParaRPr lang="en-IN" dirty="0">
                        <a:latin typeface="Arial Rounded MT Bold" panose="020F0704030504030204" pitchFamily="34" charset="0"/>
                      </a:endParaRPr>
                    </a:p>
                  </a:txBody>
                  <a:tcPr/>
                </a:tc>
                <a:tc>
                  <a:txBody>
                    <a:bodyPr/>
                    <a:lstStyle/>
                    <a:p>
                      <a:pPr algn="ctr"/>
                      <a:r>
                        <a:rPr lang="en-IN" sz="1800" kern="1200" dirty="0">
                          <a:solidFill>
                            <a:schemeClr val="dk1"/>
                          </a:solidFill>
                          <a:effectLst/>
                          <a:latin typeface="Arial Rounded MT Bold" panose="020F0704030504030204" pitchFamily="34" charset="0"/>
                          <a:ea typeface="+mn-ea"/>
                          <a:cs typeface="+mn-cs"/>
                        </a:rPr>
                        <a:t>NodeJS code can be run outside the browser, And it is mostly used on the </a:t>
                      </a:r>
                      <a:r>
                        <a:rPr lang="en-IN" sz="1800" b="1" kern="1200" dirty="0">
                          <a:solidFill>
                            <a:schemeClr val="dk1"/>
                          </a:solidFill>
                          <a:effectLst/>
                          <a:latin typeface="Arial Rounded MT Bold" panose="020F0704030504030204" pitchFamily="34" charset="0"/>
                          <a:ea typeface="+mn-ea"/>
                          <a:cs typeface="+mn-cs"/>
                        </a:rPr>
                        <a:t>Server = Side</a:t>
                      </a:r>
                      <a:r>
                        <a:rPr lang="en-IN" sz="1800" kern="1200" dirty="0">
                          <a:solidFill>
                            <a:schemeClr val="dk1"/>
                          </a:solidFill>
                          <a:effectLst/>
                          <a:latin typeface="Arial Rounded MT Bold" panose="020F0704030504030204" pitchFamily="34" charset="0"/>
                          <a:ea typeface="+mn-ea"/>
                          <a:cs typeface="+mn-cs"/>
                        </a:rPr>
                        <a:t>.</a:t>
                      </a:r>
                      <a:endParaRPr lang="en-IN" dirty="0">
                        <a:latin typeface="Arial Rounded MT Bold" panose="020F0704030504030204" pitchFamily="34" charset="0"/>
                      </a:endParaRPr>
                    </a:p>
                  </a:txBody>
                  <a:tcPr/>
                </a:tc>
                <a:extLst>
                  <a:ext uri="{0D108BD9-81ED-4DB2-BD59-A6C34878D82A}">
                    <a16:rowId xmlns:a16="http://schemas.microsoft.com/office/drawing/2014/main" val="4113981372"/>
                  </a:ext>
                </a:extLst>
              </a:tr>
              <a:tr h="1053525">
                <a:tc>
                  <a:txBody>
                    <a:bodyPr/>
                    <a:lstStyle/>
                    <a:p>
                      <a:pPr algn="ctr">
                        <a:lnSpc>
                          <a:spcPct val="150000"/>
                        </a:lnSpc>
                      </a:pPr>
                      <a:r>
                        <a:rPr lang="en-IN" sz="2400" dirty="0">
                          <a:latin typeface="Arial Rounded MT Bold" panose="020F0704030504030204" pitchFamily="34" charset="0"/>
                        </a:rPr>
                        <a:t>3</a:t>
                      </a:r>
                    </a:p>
                  </a:txBody>
                  <a:tcPr/>
                </a:tc>
                <a:tc>
                  <a:txBody>
                    <a:bodyPr/>
                    <a:lstStyle/>
                    <a:p>
                      <a:pPr algn="ctr"/>
                      <a:r>
                        <a:rPr lang="en-IN" sz="1800" kern="1200" dirty="0" err="1">
                          <a:solidFill>
                            <a:schemeClr val="dk1"/>
                          </a:solidFill>
                          <a:effectLst/>
                          <a:latin typeface="Arial Rounded MT Bold" panose="020F0704030504030204" pitchFamily="34" charset="0"/>
                          <a:ea typeface="+mn-ea"/>
                          <a:cs typeface="+mn-cs"/>
                        </a:rPr>
                        <a:t>Javascript</a:t>
                      </a:r>
                      <a:r>
                        <a:rPr lang="en-IN" sz="1800" kern="1200" dirty="0">
                          <a:solidFill>
                            <a:schemeClr val="dk1"/>
                          </a:solidFill>
                          <a:effectLst/>
                          <a:latin typeface="Arial Rounded MT Bold" panose="020F0704030504030204" pitchFamily="34" charset="0"/>
                          <a:ea typeface="+mn-ea"/>
                          <a:cs typeface="+mn-cs"/>
                        </a:rPr>
                        <a:t> can run in any browser engine as like </a:t>
                      </a:r>
                      <a:r>
                        <a:rPr lang="en-IN" sz="1800" b="1" kern="1200" dirty="0">
                          <a:solidFill>
                            <a:schemeClr val="dk1"/>
                          </a:solidFill>
                          <a:effectLst/>
                          <a:latin typeface="Arial Rounded MT Bold" panose="020F0704030504030204" pitchFamily="34" charset="0"/>
                          <a:ea typeface="+mn-ea"/>
                          <a:cs typeface="+mn-cs"/>
                        </a:rPr>
                        <a:t>JS core</a:t>
                      </a:r>
                      <a:r>
                        <a:rPr lang="en-IN" sz="1800" kern="1200" dirty="0">
                          <a:solidFill>
                            <a:schemeClr val="dk1"/>
                          </a:solidFill>
                          <a:effectLst/>
                          <a:latin typeface="Arial Rounded MT Bold" panose="020F0704030504030204" pitchFamily="34" charset="0"/>
                          <a:ea typeface="+mn-ea"/>
                          <a:cs typeface="+mn-cs"/>
                        </a:rPr>
                        <a:t> in </a:t>
                      </a:r>
                      <a:r>
                        <a:rPr lang="en-IN" sz="1800" b="1" kern="1200" dirty="0">
                          <a:solidFill>
                            <a:schemeClr val="dk1"/>
                          </a:solidFill>
                          <a:effectLst/>
                          <a:latin typeface="Arial Rounded MT Bold" panose="020F0704030504030204" pitchFamily="34" charset="0"/>
                          <a:ea typeface="+mn-ea"/>
                          <a:cs typeface="+mn-cs"/>
                        </a:rPr>
                        <a:t>Safari </a:t>
                      </a:r>
                      <a:r>
                        <a:rPr lang="en-IN" sz="1800" kern="1200" dirty="0">
                          <a:solidFill>
                            <a:schemeClr val="dk1"/>
                          </a:solidFill>
                          <a:effectLst/>
                          <a:latin typeface="Arial Rounded MT Bold" panose="020F0704030504030204" pitchFamily="34" charset="0"/>
                          <a:ea typeface="+mn-ea"/>
                          <a:cs typeface="+mn-cs"/>
                        </a:rPr>
                        <a:t>and </a:t>
                      </a:r>
                      <a:r>
                        <a:rPr lang="en-IN" sz="1800" b="1" kern="1200" dirty="0" err="1">
                          <a:solidFill>
                            <a:schemeClr val="dk1"/>
                          </a:solidFill>
                          <a:effectLst/>
                          <a:latin typeface="Arial Rounded MT Bold" panose="020F0704030504030204" pitchFamily="34" charset="0"/>
                          <a:ea typeface="+mn-ea"/>
                          <a:cs typeface="+mn-cs"/>
                        </a:rPr>
                        <a:t>Spidermonkey</a:t>
                      </a:r>
                      <a:r>
                        <a:rPr lang="en-IN" sz="1800" kern="1200" dirty="0">
                          <a:solidFill>
                            <a:schemeClr val="dk1"/>
                          </a:solidFill>
                          <a:effectLst/>
                          <a:latin typeface="Arial Rounded MT Bold" panose="020F0704030504030204" pitchFamily="34" charset="0"/>
                          <a:ea typeface="+mn-ea"/>
                          <a:cs typeface="+mn-cs"/>
                        </a:rPr>
                        <a:t> in </a:t>
                      </a:r>
                      <a:r>
                        <a:rPr lang="en-IN" sz="1800" b="1" kern="1200" dirty="0">
                          <a:solidFill>
                            <a:schemeClr val="dk1"/>
                          </a:solidFill>
                          <a:effectLst/>
                          <a:latin typeface="Arial Rounded MT Bold" panose="020F0704030504030204" pitchFamily="34" charset="0"/>
                          <a:ea typeface="+mn-ea"/>
                          <a:cs typeface="+mn-cs"/>
                        </a:rPr>
                        <a:t>Firefox</a:t>
                      </a:r>
                      <a:r>
                        <a:rPr lang="en-IN" sz="1800" kern="1200" dirty="0">
                          <a:solidFill>
                            <a:schemeClr val="dk1"/>
                          </a:solidFill>
                          <a:effectLst/>
                          <a:latin typeface="Arial Rounded MT Bold" panose="020F0704030504030204" pitchFamily="34" charset="0"/>
                          <a:ea typeface="+mn-ea"/>
                          <a:cs typeface="+mn-cs"/>
                        </a:rPr>
                        <a:t>.</a:t>
                      </a:r>
                      <a:endParaRPr lang="en-IN" dirty="0">
                        <a:latin typeface="Arial Rounded MT Bold" panose="020F0704030504030204" pitchFamily="34" charset="0"/>
                      </a:endParaRPr>
                    </a:p>
                  </a:txBody>
                  <a:tcPr/>
                </a:tc>
                <a:tc>
                  <a:txBody>
                    <a:bodyPr/>
                    <a:lstStyle/>
                    <a:p>
                      <a:pPr algn="ctr"/>
                      <a:r>
                        <a:rPr lang="en-IN" sz="1800" kern="1200" dirty="0">
                          <a:solidFill>
                            <a:schemeClr val="dk1"/>
                          </a:solidFill>
                          <a:effectLst/>
                          <a:latin typeface="Arial Rounded MT Bold" panose="020F0704030504030204" pitchFamily="34" charset="0"/>
                          <a:ea typeface="+mn-ea"/>
                          <a:cs typeface="+mn-cs"/>
                        </a:rPr>
                        <a:t>NodeJS can only run in </a:t>
                      </a:r>
                      <a:r>
                        <a:rPr lang="en-IN" sz="1800" b="1" kern="1200" dirty="0">
                          <a:solidFill>
                            <a:schemeClr val="dk1"/>
                          </a:solidFill>
                          <a:effectLst/>
                          <a:latin typeface="Arial Rounded MT Bold" panose="020F0704030504030204" pitchFamily="34" charset="0"/>
                          <a:ea typeface="+mn-ea"/>
                          <a:cs typeface="+mn-cs"/>
                        </a:rPr>
                        <a:t>V8</a:t>
                      </a:r>
                      <a:r>
                        <a:rPr lang="en-IN" sz="1800" kern="1200" dirty="0">
                          <a:solidFill>
                            <a:schemeClr val="dk1"/>
                          </a:solidFill>
                          <a:effectLst/>
                          <a:latin typeface="Arial Rounded MT Bold" panose="020F0704030504030204" pitchFamily="34" charset="0"/>
                          <a:ea typeface="+mn-ea"/>
                          <a:cs typeface="+mn-cs"/>
                        </a:rPr>
                        <a:t> engine of </a:t>
                      </a:r>
                      <a:r>
                        <a:rPr lang="en-IN" sz="1800" b="1" kern="1200" dirty="0">
                          <a:solidFill>
                            <a:schemeClr val="dk1"/>
                          </a:solidFill>
                          <a:effectLst/>
                          <a:latin typeface="Arial Rounded MT Bold" panose="020F0704030504030204" pitchFamily="34" charset="0"/>
                          <a:ea typeface="+mn-ea"/>
                          <a:cs typeface="+mn-cs"/>
                        </a:rPr>
                        <a:t>Google </a:t>
                      </a:r>
                      <a:r>
                        <a:rPr lang="en-IN" sz="1800" b="1" kern="1200" dirty="0" err="1">
                          <a:solidFill>
                            <a:schemeClr val="dk1"/>
                          </a:solidFill>
                          <a:effectLst/>
                          <a:latin typeface="Arial Rounded MT Bold" panose="020F0704030504030204" pitchFamily="34" charset="0"/>
                          <a:ea typeface="+mn-ea"/>
                          <a:cs typeface="+mn-cs"/>
                        </a:rPr>
                        <a:t>chorme</a:t>
                      </a:r>
                      <a:r>
                        <a:rPr lang="en-IN" sz="1800" b="1" kern="1200" dirty="0">
                          <a:solidFill>
                            <a:schemeClr val="dk1"/>
                          </a:solidFill>
                          <a:effectLst/>
                          <a:latin typeface="Arial Rounded MT Bold" panose="020F0704030504030204" pitchFamily="34" charset="0"/>
                          <a:ea typeface="+mn-ea"/>
                          <a:cs typeface="+mn-cs"/>
                        </a:rPr>
                        <a:t>.</a:t>
                      </a:r>
                      <a:endParaRPr lang="en-IN" dirty="0">
                        <a:latin typeface="Arial Rounded MT Bold" panose="020F0704030504030204" pitchFamily="34" charset="0"/>
                      </a:endParaRPr>
                    </a:p>
                  </a:txBody>
                  <a:tcPr/>
                </a:tc>
                <a:extLst>
                  <a:ext uri="{0D108BD9-81ED-4DB2-BD59-A6C34878D82A}">
                    <a16:rowId xmlns:a16="http://schemas.microsoft.com/office/drawing/2014/main" val="1562924386"/>
                  </a:ext>
                </a:extLst>
              </a:tr>
              <a:tr h="997338">
                <a:tc>
                  <a:txBody>
                    <a:bodyPr/>
                    <a:lstStyle/>
                    <a:p>
                      <a:pPr algn="ctr">
                        <a:lnSpc>
                          <a:spcPct val="150000"/>
                        </a:lnSpc>
                      </a:pPr>
                      <a:r>
                        <a:rPr lang="en-IN" sz="2400" dirty="0">
                          <a:latin typeface="Arial Rounded MT Bold" panose="020F0704030504030204" pitchFamily="34" charset="0"/>
                        </a:rPr>
                        <a:t>4</a:t>
                      </a:r>
                    </a:p>
                  </a:txBody>
                  <a:tcPr/>
                </a:tc>
                <a:tc>
                  <a:txBody>
                    <a:bodyPr/>
                    <a:lstStyle/>
                    <a:p>
                      <a:pPr algn="ctr"/>
                      <a:r>
                        <a:rPr lang="en-IN" sz="1800" kern="1200" dirty="0">
                          <a:solidFill>
                            <a:schemeClr val="dk1"/>
                          </a:solidFill>
                          <a:effectLst/>
                          <a:latin typeface="Arial Rounded MT Bold" panose="020F0704030504030204" pitchFamily="34" charset="0"/>
                          <a:ea typeface="+mn-ea"/>
                          <a:cs typeface="+mn-cs"/>
                        </a:rPr>
                        <a:t>Some of the </a:t>
                      </a:r>
                      <a:r>
                        <a:rPr lang="en-IN" sz="1800" kern="1200" dirty="0" err="1">
                          <a:solidFill>
                            <a:schemeClr val="dk1"/>
                          </a:solidFill>
                          <a:effectLst/>
                          <a:latin typeface="Arial Rounded MT Bold" panose="020F0704030504030204" pitchFamily="34" charset="0"/>
                          <a:ea typeface="+mn-ea"/>
                          <a:cs typeface="+mn-cs"/>
                        </a:rPr>
                        <a:t>Javascript</a:t>
                      </a:r>
                      <a:r>
                        <a:rPr lang="en-IN" sz="1800" kern="1200" dirty="0">
                          <a:solidFill>
                            <a:schemeClr val="dk1"/>
                          </a:solidFill>
                          <a:effectLst/>
                          <a:latin typeface="Arial Rounded MT Bold" panose="020F0704030504030204" pitchFamily="34" charset="0"/>
                          <a:ea typeface="+mn-ea"/>
                          <a:cs typeface="+mn-cs"/>
                        </a:rPr>
                        <a:t> Frameworks are </a:t>
                      </a:r>
                      <a:r>
                        <a:rPr lang="en-IN" sz="1800" b="1" kern="1200" dirty="0" err="1">
                          <a:solidFill>
                            <a:schemeClr val="dk1"/>
                          </a:solidFill>
                          <a:effectLst/>
                          <a:latin typeface="Arial Rounded MT Bold" panose="020F0704030504030204" pitchFamily="34" charset="0"/>
                          <a:ea typeface="+mn-ea"/>
                          <a:cs typeface="+mn-cs"/>
                        </a:rPr>
                        <a:t>RamdaJS</a:t>
                      </a:r>
                      <a:r>
                        <a:rPr lang="en-IN" sz="1800" kern="1200" dirty="0">
                          <a:solidFill>
                            <a:schemeClr val="dk1"/>
                          </a:solidFill>
                          <a:effectLst/>
                          <a:latin typeface="Arial Rounded MT Bold" panose="020F0704030504030204" pitchFamily="34" charset="0"/>
                          <a:ea typeface="+mn-ea"/>
                          <a:cs typeface="+mn-cs"/>
                        </a:rPr>
                        <a:t>, </a:t>
                      </a:r>
                      <a:r>
                        <a:rPr lang="en-IN" sz="1800" b="1" kern="1200" dirty="0" err="1">
                          <a:solidFill>
                            <a:schemeClr val="dk1"/>
                          </a:solidFill>
                          <a:effectLst/>
                          <a:latin typeface="Arial Rounded MT Bold" panose="020F0704030504030204" pitchFamily="34" charset="0"/>
                          <a:ea typeface="+mn-ea"/>
                          <a:cs typeface="+mn-cs"/>
                        </a:rPr>
                        <a:t>TypedJS</a:t>
                      </a:r>
                      <a:r>
                        <a:rPr lang="en-IN" sz="1800" kern="1200" dirty="0">
                          <a:solidFill>
                            <a:schemeClr val="dk1"/>
                          </a:solidFill>
                          <a:effectLst/>
                          <a:latin typeface="Arial Rounded MT Bold" panose="020F0704030504030204" pitchFamily="34" charset="0"/>
                          <a:ea typeface="+mn-ea"/>
                          <a:cs typeface="+mn-cs"/>
                        </a:rPr>
                        <a:t> etc.,</a:t>
                      </a:r>
                      <a:endParaRPr lang="en-IN" dirty="0">
                        <a:latin typeface="Arial Rounded MT Bold" panose="020F0704030504030204" pitchFamily="34" charset="0"/>
                      </a:endParaRPr>
                    </a:p>
                  </a:txBody>
                  <a:tcPr/>
                </a:tc>
                <a:tc>
                  <a:txBody>
                    <a:bodyPr/>
                    <a:lstStyle/>
                    <a:p>
                      <a:pPr algn="ctr"/>
                      <a:r>
                        <a:rPr lang="en-IN" sz="1800" kern="1200" dirty="0">
                          <a:solidFill>
                            <a:schemeClr val="dk1"/>
                          </a:solidFill>
                          <a:effectLst/>
                          <a:latin typeface="Arial Rounded MT Bold" panose="020F0704030504030204" pitchFamily="34" charset="0"/>
                          <a:ea typeface="+mn-ea"/>
                          <a:cs typeface="+mn-cs"/>
                        </a:rPr>
                        <a:t>NodeJS modules are </a:t>
                      </a:r>
                      <a:r>
                        <a:rPr lang="en-IN" sz="1800" b="1" kern="1200" dirty="0" err="1">
                          <a:solidFill>
                            <a:schemeClr val="dk1"/>
                          </a:solidFill>
                          <a:effectLst/>
                          <a:latin typeface="Arial Rounded MT Bold" panose="020F0704030504030204" pitchFamily="34" charset="0"/>
                          <a:ea typeface="+mn-ea"/>
                          <a:cs typeface="+mn-cs"/>
                        </a:rPr>
                        <a:t>Lodash</a:t>
                      </a:r>
                      <a:r>
                        <a:rPr lang="en-IN" sz="1800" kern="1200" dirty="0">
                          <a:solidFill>
                            <a:schemeClr val="dk1"/>
                          </a:solidFill>
                          <a:effectLst/>
                          <a:latin typeface="Arial Rounded MT Bold" panose="020F0704030504030204" pitchFamily="34" charset="0"/>
                          <a:ea typeface="+mn-ea"/>
                          <a:cs typeface="+mn-cs"/>
                        </a:rPr>
                        <a:t>, </a:t>
                      </a:r>
                      <a:r>
                        <a:rPr lang="en-IN" sz="1800" b="1" kern="1200" dirty="0" err="1">
                          <a:solidFill>
                            <a:schemeClr val="dk1"/>
                          </a:solidFill>
                          <a:effectLst/>
                          <a:latin typeface="Arial Rounded MT Bold" panose="020F0704030504030204" pitchFamily="34" charset="0"/>
                          <a:ea typeface="+mn-ea"/>
                          <a:cs typeface="+mn-cs"/>
                        </a:rPr>
                        <a:t>ExpressJS</a:t>
                      </a:r>
                      <a:r>
                        <a:rPr lang="en-IN" sz="1800" kern="1200" dirty="0">
                          <a:solidFill>
                            <a:schemeClr val="dk1"/>
                          </a:solidFill>
                          <a:effectLst/>
                          <a:latin typeface="Arial Rounded MT Bold" panose="020F0704030504030204" pitchFamily="34" charset="0"/>
                          <a:ea typeface="+mn-ea"/>
                          <a:cs typeface="+mn-cs"/>
                        </a:rPr>
                        <a:t> </a:t>
                      </a:r>
                      <a:r>
                        <a:rPr lang="en-IN" sz="1800" kern="1200" dirty="0" err="1">
                          <a:solidFill>
                            <a:schemeClr val="dk1"/>
                          </a:solidFill>
                          <a:effectLst/>
                          <a:latin typeface="Arial Rounded MT Bold" panose="020F0704030504030204" pitchFamily="34" charset="0"/>
                          <a:ea typeface="+mn-ea"/>
                          <a:cs typeface="+mn-cs"/>
                        </a:rPr>
                        <a:t>etc.These</a:t>
                      </a:r>
                      <a:r>
                        <a:rPr lang="en-IN" sz="1800" kern="1200" dirty="0">
                          <a:solidFill>
                            <a:schemeClr val="dk1"/>
                          </a:solidFill>
                          <a:effectLst/>
                          <a:latin typeface="Arial Rounded MT Bold" panose="020F0704030504030204" pitchFamily="34" charset="0"/>
                          <a:ea typeface="+mn-ea"/>
                          <a:cs typeface="+mn-cs"/>
                        </a:rPr>
                        <a:t> modules are to be imported from </a:t>
                      </a:r>
                      <a:r>
                        <a:rPr lang="en-IN" sz="1800" kern="1200" dirty="0" err="1">
                          <a:solidFill>
                            <a:schemeClr val="dk1"/>
                          </a:solidFill>
                          <a:effectLst/>
                          <a:latin typeface="Arial Rounded MT Bold" panose="020F0704030504030204" pitchFamily="34" charset="0"/>
                          <a:ea typeface="+mn-ea"/>
                          <a:cs typeface="+mn-cs"/>
                        </a:rPr>
                        <a:t>npm</a:t>
                      </a:r>
                      <a:r>
                        <a:rPr lang="en-IN" sz="1800" kern="1200" dirty="0">
                          <a:solidFill>
                            <a:schemeClr val="dk1"/>
                          </a:solidFill>
                          <a:effectLst/>
                          <a:latin typeface="Arial Rounded MT Bold" panose="020F0704030504030204" pitchFamily="34" charset="0"/>
                          <a:ea typeface="+mn-ea"/>
                          <a:cs typeface="+mn-cs"/>
                        </a:rPr>
                        <a:t>.</a:t>
                      </a:r>
                      <a:endParaRPr lang="en-IN" dirty="0">
                        <a:latin typeface="Arial Rounded MT Bold" panose="020F0704030504030204" pitchFamily="34" charset="0"/>
                      </a:endParaRPr>
                    </a:p>
                  </a:txBody>
                  <a:tcPr/>
                </a:tc>
                <a:extLst>
                  <a:ext uri="{0D108BD9-81ED-4DB2-BD59-A6C34878D82A}">
                    <a16:rowId xmlns:a16="http://schemas.microsoft.com/office/drawing/2014/main" val="2107418526"/>
                  </a:ext>
                </a:extLst>
              </a:tr>
              <a:tr h="943621">
                <a:tc>
                  <a:txBody>
                    <a:bodyPr/>
                    <a:lstStyle/>
                    <a:p>
                      <a:pPr algn="ctr">
                        <a:lnSpc>
                          <a:spcPct val="150000"/>
                        </a:lnSpc>
                      </a:pPr>
                      <a:r>
                        <a:rPr lang="en-IN" sz="2400" dirty="0">
                          <a:latin typeface="Arial Rounded MT Bold" panose="020F0704030504030204" pitchFamily="34" charset="0"/>
                        </a:rPr>
                        <a:t>5</a:t>
                      </a:r>
                    </a:p>
                  </a:txBody>
                  <a:tcPr/>
                </a:tc>
                <a:tc>
                  <a:txBody>
                    <a:bodyPr/>
                    <a:lstStyle/>
                    <a:p>
                      <a:pPr algn="ctr"/>
                      <a:r>
                        <a:rPr lang="en-IN" sz="1800" kern="1200" dirty="0" err="1">
                          <a:solidFill>
                            <a:schemeClr val="dk1"/>
                          </a:solidFill>
                          <a:effectLst/>
                          <a:latin typeface="Arial Rounded MT Bold" panose="020F0704030504030204" pitchFamily="34" charset="0"/>
                          <a:ea typeface="+mn-ea"/>
                          <a:cs typeface="+mn-cs"/>
                        </a:rPr>
                        <a:t>Javascript</a:t>
                      </a:r>
                      <a:r>
                        <a:rPr lang="en-IN" sz="1800" kern="1200" dirty="0">
                          <a:solidFill>
                            <a:schemeClr val="dk1"/>
                          </a:solidFill>
                          <a:effectLst/>
                          <a:latin typeface="Arial Rounded MT Bold" panose="020F0704030504030204" pitchFamily="34" charset="0"/>
                          <a:ea typeface="+mn-ea"/>
                          <a:cs typeface="+mn-cs"/>
                        </a:rPr>
                        <a:t> is used in </a:t>
                      </a:r>
                      <a:r>
                        <a:rPr lang="en-IN" sz="1800" b="1" kern="1200" dirty="0">
                          <a:solidFill>
                            <a:schemeClr val="dk1"/>
                          </a:solidFill>
                          <a:effectLst/>
                          <a:latin typeface="Arial Rounded MT Bold" panose="020F0704030504030204" pitchFamily="34" charset="0"/>
                          <a:ea typeface="+mn-ea"/>
                          <a:cs typeface="+mn-cs"/>
                        </a:rPr>
                        <a:t>Frontend</a:t>
                      </a:r>
                      <a:r>
                        <a:rPr lang="en-IN" sz="1800" kern="1200" dirty="0">
                          <a:solidFill>
                            <a:schemeClr val="dk1"/>
                          </a:solidFill>
                          <a:effectLst/>
                          <a:latin typeface="Arial Rounded MT Bold" panose="020F0704030504030204" pitchFamily="34" charset="0"/>
                          <a:ea typeface="+mn-ea"/>
                          <a:cs typeface="+mn-cs"/>
                        </a:rPr>
                        <a:t> development.</a:t>
                      </a:r>
                      <a:endParaRPr lang="en-IN" dirty="0">
                        <a:latin typeface="Arial Rounded MT Bold" panose="020F0704030504030204" pitchFamily="34" charset="0"/>
                      </a:endParaRPr>
                    </a:p>
                  </a:txBody>
                  <a:tcPr/>
                </a:tc>
                <a:tc>
                  <a:txBody>
                    <a:bodyPr/>
                    <a:lstStyle/>
                    <a:p>
                      <a:pPr algn="ctr"/>
                      <a:r>
                        <a:rPr lang="en-IN" sz="1800" kern="1200" dirty="0">
                          <a:solidFill>
                            <a:schemeClr val="dk1"/>
                          </a:solidFill>
                          <a:effectLst/>
                          <a:latin typeface="Arial Rounded MT Bold" panose="020F0704030504030204" pitchFamily="34" charset="0"/>
                          <a:ea typeface="+mn-ea"/>
                          <a:cs typeface="+mn-cs"/>
                        </a:rPr>
                        <a:t>NodeJS is used in Server-Side development.</a:t>
                      </a:r>
                      <a:endParaRPr lang="en-IN" dirty="0">
                        <a:latin typeface="Arial Rounded MT Bold" panose="020F0704030504030204" pitchFamily="34" charset="0"/>
                      </a:endParaRPr>
                    </a:p>
                  </a:txBody>
                  <a:tcPr/>
                </a:tc>
                <a:extLst>
                  <a:ext uri="{0D108BD9-81ED-4DB2-BD59-A6C34878D82A}">
                    <a16:rowId xmlns:a16="http://schemas.microsoft.com/office/drawing/2014/main" val="918696487"/>
                  </a:ext>
                </a:extLst>
              </a:tr>
            </a:tbl>
          </a:graphicData>
        </a:graphic>
      </p:graphicFrame>
    </p:spTree>
    <p:extLst>
      <p:ext uri="{BB962C8B-B14F-4D97-AF65-F5344CB8AC3E}">
        <p14:creationId xmlns:p14="http://schemas.microsoft.com/office/powerpoint/2010/main" val="1217128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74986F3-3354-4FDE-B044-01EA1769D954}"/>
              </a:ext>
            </a:extLst>
          </p:cNvPr>
          <p:cNvSpPr/>
          <p:nvPr/>
        </p:nvSpPr>
        <p:spPr>
          <a:xfrm>
            <a:off x="0" y="168717"/>
            <a:ext cx="6694089" cy="769441"/>
          </a:xfrm>
          <a:prstGeom prst="rect">
            <a:avLst/>
          </a:prstGeom>
          <a:noFill/>
        </p:spPr>
        <p:txBody>
          <a:bodyPr wrap="square" lIns="91440" tIns="45720" rIns="91440" bIns="45720">
            <a:spAutoFit/>
          </a:bodyPr>
          <a:lstStyle/>
          <a:p>
            <a:pPr algn="ctr"/>
            <a:r>
              <a:rPr lang="en-IN" sz="4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Gadugi" panose="020B0502040204020203" pitchFamily="34" charset="0"/>
                <a:ea typeface="Calibri" panose="020F0502020204030204" pitchFamily="34" charset="0"/>
                <a:cs typeface="Times New Roman" panose="02020603050405020304" pitchFamily="18" charset="0"/>
              </a:rPr>
              <a:t>EVOLUTION OF HTTP</a:t>
            </a:r>
            <a:endParaRPr lang="en-US" sz="44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6" name="Rectangle 5">
            <a:extLst>
              <a:ext uri="{FF2B5EF4-FFF2-40B4-BE49-F238E27FC236}">
                <a16:creationId xmlns:a16="http://schemas.microsoft.com/office/drawing/2014/main" id="{F95022D1-156F-40BD-8262-8C443DE8E6CC}"/>
              </a:ext>
            </a:extLst>
          </p:cNvPr>
          <p:cNvSpPr/>
          <p:nvPr/>
        </p:nvSpPr>
        <p:spPr>
          <a:xfrm>
            <a:off x="1946246" y="1488597"/>
            <a:ext cx="7829406" cy="646331"/>
          </a:xfrm>
          <a:prstGeom prst="rect">
            <a:avLst/>
          </a:prstGeom>
          <a:noFill/>
        </p:spPr>
        <p:txBody>
          <a:bodyPr wrap="square" lIns="91440" tIns="45720" rIns="91440" bIns="45720">
            <a:spAutoFit/>
          </a:bodyPr>
          <a:lstStyle/>
          <a:p>
            <a:pPr marL="571500" indent="-571500" algn="ctr">
              <a:buFont typeface="Wingdings" panose="05000000000000000000" pitchFamily="2" charset="2"/>
              <a:buChar char="Ø"/>
            </a:pPr>
            <a:r>
              <a:rPr lang="en-US" sz="3600" dirty="0">
                <a:ln w="0"/>
                <a:effectLst>
                  <a:outerShdw blurRad="38100" dist="19050" dir="2700000" algn="tl" rotWithShape="0">
                    <a:schemeClr val="dk1">
                      <a:alpha val="40000"/>
                    </a:schemeClr>
                  </a:outerShdw>
                </a:effectLst>
              </a:rPr>
              <a:t>HTTP/0.9 - The One-Line Protocol</a:t>
            </a:r>
          </a:p>
        </p:txBody>
      </p:sp>
      <p:sp>
        <p:nvSpPr>
          <p:cNvPr id="7" name="Rectangle 6">
            <a:extLst>
              <a:ext uri="{FF2B5EF4-FFF2-40B4-BE49-F238E27FC236}">
                <a16:creationId xmlns:a16="http://schemas.microsoft.com/office/drawing/2014/main" id="{9C652AB4-A45B-45E6-9F9E-8B035651A7FF}"/>
              </a:ext>
            </a:extLst>
          </p:cNvPr>
          <p:cNvSpPr/>
          <p:nvPr/>
        </p:nvSpPr>
        <p:spPr>
          <a:xfrm>
            <a:off x="2004970" y="2674477"/>
            <a:ext cx="7532076" cy="646331"/>
          </a:xfrm>
          <a:prstGeom prst="rect">
            <a:avLst/>
          </a:prstGeom>
          <a:noFill/>
        </p:spPr>
        <p:txBody>
          <a:bodyPr wrap="square" lIns="91440" tIns="45720" rIns="91440" bIns="45720">
            <a:spAutoFit/>
          </a:bodyPr>
          <a:lstStyle/>
          <a:p>
            <a:pPr marL="571500" indent="-571500" algn="ctr">
              <a:buFont typeface="Wingdings" panose="05000000000000000000" pitchFamily="2" charset="2"/>
              <a:buChar char="Ø"/>
            </a:pPr>
            <a:r>
              <a:rPr lang="en-US" sz="3600" dirty="0">
                <a:ln w="0"/>
                <a:effectLst>
                  <a:outerShdw blurRad="38100" dist="19050" dir="2700000" algn="tl" rotWithShape="0">
                    <a:schemeClr val="dk1">
                      <a:alpha val="40000"/>
                    </a:schemeClr>
                  </a:outerShdw>
                </a:effectLst>
              </a:rPr>
              <a:t>HTTP/1.0 – Building Extensibility</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F9D6F8FC-CE54-4654-9133-3258CF924FCC}"/>
              </a:ext>
            </a:extLst>
          </p:cNvPr>
          <p:cNvSpPr/>
          <p:nvPr/>
        </p:nvSpPr>
        <p:spPr>
          <a:xfrm>
            <a:off x="2004970" y="3740387"/>
            <a:ext cx="8510789" cy="646331"/>
          </a:xfrm>
          <a:prstGeom prst="rect">
            <a:avLst/>
          </a:prstGeom>
          <a:noFill/>
        </p:spPr>
        <p:txBody>
          <a:bodyPr wrap="square" lIns="91440" tIns="45720" rIns="91440" bIns="45720">
            <a:spAutoFit/>
          </a:bodyPr>
          <a:lstStyle/>
          <a:p>
            <a:pPr marL="571500" indent="-571500" algn="ctr">
              <a:buFont typeface="Wingdings" panose="05000000000000000000" pitchFamily="2" charset="2"/>
              <a:buChar char="Ø"/>
            </a:pPr>
            <a:r>
              <a:rPr lang="en-US" sz="3600" b="0" cap="none" spc="0" dirty="0">
                <a:ln w="0"/>
                <a:solidFill>
                  <a:schemeClr val="tx1"/>
                </a:solidFill>
                <a:effectLst>
                  <a:outerShdw blurRad="38100" dist="19050" dir="2700000" algn="tl" rotWithShape="0">
                    <a:schemeClr val="dk1">
                      <a:alpha val="40000"/>
                    </a:schemeClr>
                  </a:outerShdw>
                </a:effectLst>
              </a:rPr>
              <a:t>HTTP/1.1 – The Standardized Protocol</a:t>
            </a:r>
          </a:p>
        </p:txBody>
      </p:sp>
      <p:sp>
        <p:nvSpPr>
          <p:cNvPr id="9" name="Rectangle 8">
            <a:extLst>
              <a:ext uri="{FF2B5EF4-FFF2-40B4-BE49-F238E27FC236}">
                <a16:creationId xmlns:a16="http://schemas.microsoft.com/office/drawing/2014/main" id="{0E0C543E-7083-4E61-918F-C45B560676B1}"/>
              </a:ext>
            </a:extLst>
          </p:cNvPr>
          <p:cNvSpPr/>
          <p:nvPr/>
        </p:nvSpPr>
        <p:spPr>
          <a:xfrm>
            <a:off x="1946247" y="4820233"/>
            <a:ext cx="6432662" cy="646331"/>
          </a:xfrm>
          <a:prstGeom prst="rect">
            <a:avLst/>
          </a:prstGeom>
          <a:noFill/>
        </p:spPr>
        <p:txBody>
          <a:bodyPr wrap="square" lIns="91440" tIns="45720" rIns="91440" bIns="45720">
            <a:spAutoFit/>
          </a:bodyPr>
          <a:lstStyle/>
          <a:p>
            <a:pPr marL="571500" indent="-571500" algn="ctr">
              <a:buFont typeface="Wingdings" panose="05000000000000000000" pitchFamily="2" charset="2"/>
              <a:buChar char="Ø"/>
            </a:pPr>
            <a:r>
              <a:rPr lang="en-US" sz="3600" b="0" cap="none" spc="0" dirty="0">
                <a:ln w="0"/>
                <a:solidFill>
                  <a:schemeClr val="tx1"/>
                </a:solidFill>
                <a:effectLst>
                  <a:outerShdw blurRad="38100" dist="19050" dir="2700000" algn="tl" rotWithShape="0">
                    <a:schemeClr val="dk1">
                      <a:alpha val="40000"/>
                    </a:schemeClr>
                  </a:outerShdw>
                </a:effectLst>
              </a:rPr>
              <a:t>HTTP/3 – HTTP Over QUIC</a:t>
            </a:r>
          </a:p>
        </p:txBody>
      </p:sp>
    </p:spTree>
    <p:extLst>
      <p:ext uri="{BB962C8B-B14F-4D97-AF65-F5344CB8AC3E}">
        <p14:creationId xmlns:p14="http://schemas.microsoft.com/office/powerpoint/2010/main" val="2114674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E04F81-7ECC-4200-9C62-D666E3862F47}"/>
              </a:ext>
            </a:extLst>
          </p:cNvPr>
          <p:cNvSpPr txBox="1"/>
          <p:nvPr/>
        </p:nvSpPr>
        <p:spPr>
          <a:xfrm>
            <a:off x="-221672" y="0"/>
            <a:ext cx="11083636" cy="3820790"/>
          </a:xfrm>
          <a:prstGeom prst="rect">
            <a:avLst/>
          </a:prstGeom>
          <a:noFill/>
        </p:spPr>
        <p:txBody>
          <a:bodyPr wrap="square" rtlCol="0">
            <a:spAutoFit/>
          </a:bodyPr>
          <a:lstStyle/>
          <a:p>
            <a:pPr lvl="1">
              <a:lnSpc>
                <a:spcPct val="250000"/>
              </a:lnSpc>
            </a:pPr>
            <a:r>
              <a:rPr lang="en-IN" sz="3200" b="1" dirty="0">
                <a:effectLst/>
                <a:latin typeface="Arial Rounded MT Bold" panose="020F0704030504030204" pitchFamily="34" charset="0"/>
                <a:ea typeface="Calibri" panose="020F0502020204030204" pitchFamily="34" charset="0"/>
                <a:cs typeface="Times New Roman" panose="02020603050405020304" pitchFamily="18" charset="0"/>
              </a:rPr>
              <a:t>HTTP/0.9-The </a:t>
            </a:r>
            <a:r>
              <a:rPr lang="en-IN" sz="3200" b="1" dirty="0">
                <a:latin typeface="Arial Rounded MT Bold" panose="020F0704030504030204" pitchFamily="34" charset="0"/>
                <a:ea typeface="Calibri" panose="020F0502020204030204" pitchFamily="34" charset="0"/>
                <a:cs typeface="Times New Roman" panose="02020603050405020304" pitchFamily="18" charset="0"/>
              </a:rPr>
              <a:t>One-Line</a:t>
            </a:r>
            <a:r>
              <a:rPr lang="en-IN" sz="3200" b="1" dirty="0">
                <a:effectLst/>
                <a:latin typeface="Arial Rounded MT Bold" panose="020F0704030504030204" pitchFamily="34" charset="0"/>
                <a:ea typeface="Calibri" panose="020F0502020204030204" pitchFamily="34" charset="0"/>
                <a:cs typeface="Times New Roman" panose="02020603050405020304" pitchFamily="18" charset="0"/>
              </a:rPr>
              <a:t> Protocol (1991)</a:t>
            </a:r>
          </a:p>
          <a:p>
            <a:pPr lvl="1">
              <a:lnSpc>
                <a:spcPct val="150000"/>
              </a:lnSpc>
            </a:pPr>
            <a:r>
              <a:rPr lang="en-IN" sz="1800" dirty="0">
                <a:effectLst/>
                <a:latin typeface="Gadugi" panose="020B0502040204020203" pitchFamily="34" charset="0"/>
                <a:ea typeface="Calibri" panose="020F0502020204030204" pitchFamily="34" charset="0"/>
                <a:cs typeface="Times New Roman" panose="02020603050405020304" pitchFamily="18" charset="0"/>
              </a:rPr>
              <a:t>                          </a:t>
            </a:r>
            <a:r>
              <a:rPr lang="en-IN" sz="2400" dirty="0">
                <a:effectLst/>
                <a:latin typeface="Gadugi" panose="020B0502040204020203" pitchFamily="34" charset="0"/>
                <a:ea typeface="Calibri" panose="020F0502020204030204" pitchFamily="34" charset="0"/>
                <a:cs typeface="Times New Roman" panose="02020603050405020304" pitchFamily="18" charset="0"/>
              </a:rPr>
              <a:t>Initial version of HTTP is a simple client to server protocol. And the request type of this version is single line method, it support </a:t>
            </a:r>
            <a:r>
              <a:rPr lang="en-IN" sz="2400" b="1" dirty="0">
                <a:effectLst/>
                <a:latin typeface="Gadugi" panose="020B0502040204020203" pitchFamily="34" charset="0"/>
                <a:ea typeface="Calibri" panose="020F0502020204030204" pitchFamily="34" charset="0"/>
                <a:cs typeface="Times New Roman" panose="02020603050405020304" pitchFamily="18" charset="0"/>
              </a:rPr>
              <a:t>GET</a:t>
            </a:r>
            <a:r>
              <a:rPr lang="en-IN" sz="2400" dirty="0">
                <a:effectLst/>
                <a:latin typeface="Gadugi" panose="020B0502040204020203" pitchFamily="34" charset="0"/>
                <a:ea typeface="Calibri" panose="020F0502020204030204" pitchFamily="34" charset="0"/>
                <a:cs typeface="Times New Roman" panose="02020603050405020304" pitchFamily="18" charset="0"/>
              </a:rPr>
              <a:t> request method only. The default method to request resources from the server called as the </a:t>
            </a:r>
            <a:r>
              <a:rPr lang="en-IN" sz="2400" b="1" dirty="0">
                <a:effectLst/>
                <a:latin typeface="Gadugi" panose="020B0502040204020203" pitchFamily="34" charset="0"/>
                <a:ea typeface="Calibri" panose="020F0502020204030204" pitchFamily="34" charset="0"/>
                <a:cs typeface="Times New Roman" panose="02020603050405020304" pitchFamily="18" charset="0"/>
              </a:rPr>
              <a:t>GET Method</a:t>
            </a:r>
            <a:r>
              <a:rPr lang="en-IN" sz="2400" dirty="0">
                <a:effectLst/>
                <a:latin typeface="Gadugi" panose="020B0502040204020203" pitchFamily="34" charset="0"/>
                <a:ea typeface="Calibri" panose="020F0502020204030204" pitchFamily="34" charset="0"/>
                <a:cs typeface="Times New Roman" panose="02020603050405020304" pitchFamily="18" charset="0"/>
              </a:rPr>
              <a:t>.</a:t>
            </a:r>
            <a:endParaRPr lang="en-IN"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457200" algn="ctr">
              <a:lnSpc>
                <a:spcPct val="107000"/>
              </a:lnSpc>
              <a:spcAft>
                <a:spcPts val="4200"/>
              </a:spcAft>
            </a:pPr>
            <a:r>
              <a:rPr lang="en-IN" sz="1800" b="1" dirty="0">
                <a:effectLst/>
                <a:latin typeface="Gadugi" panose="020B0502040204020203" pitchFamily="34" charset="0"/>
                <a:ea typeface="Calibri" panose="020F0502020204030204" pitchFamily="34" charset="0"/>
                <a:cs typeface="Times New Roman" panose="02020603050405020304" pitchFamily="18" charset="0"/>
              </a:rPr>
              <a:t>         </a:t>
            </a:r>
            <a:endParaRPr lang="en-IN" dirty="0"/>
          </a:p>
        </p:txBody>
      </p:sp>
      <p:sp>
        <p:nvSpPr>
          <p:cNvPr id="3" name="TextBox 2">
            <a:extLst>
              <a:ext uri="{FF2B5EF4-FFF2-40B4-BE49-F238E27FC236}">
                <a16:creationId xmlns:a16="http://schemas.microsoft.com/office/drawing/2014/main" id="{7DC8CD4F-0104-4264-9C85-1AF9B317AEDF}"/>
              </a:ext>
            </a:extLst>
          </p:cNvPr>
          <p:cNvSpPr txBox="1"/>
          <p:nvPr/>
        </p:nvSpPr>
        <p:spPr>
          <a:xfrm>
            <a:off x="235527" y="3564662"/>
            <a:ext cx="11956473" cy="584775"/>
          </a:xfrm>
          <a:prstGeom prst="rect">
            <a:avLst/>
          </a:prstGeom>
          <a:noFill/>
        </p:spPr>
        <p:txBody>
          <a:bodyPr wrap="square" rtlCol="0">
            <a:spAutoFit/>
          </a:bodyPr>
          <a:lstStyle/>
          <a:p>
            <a:r>
              <a:rPr lang="en-IN" sz="3200" b="1" dirty="0">
                <a:effectLst/>
                <a:latin typeface="Arial Rounded MT Bold" panose="020F0704030504030204" pitchFamily="34" charset="0"/>
                <a:ea typeface="Calibri" panose="020F0502020204030204" pitchFamily="34" charset="0"/>
                <a:cs typeface="Times New Roman" panose="02020603050405020304" pitchFamily="18" charset="0"/>
              </a:rPr>
              <a:t>HTTP/1.0-Building Extensibility (1996) </a:t>
            </a:r>
            <a:endParaRPr lang="en-IN" sz="3200" dirty="0">
              <a:latin typeface="Arial Rounded MT Bold" panose="020F0704030504030204" pitchFamily="34" charset="0"/>
            </a:endParaRPr>
          </a:p>
        </p:txBody>
      </p:sp>
      <p:sp>
        <p:nvSpPr>
          <p:cNvPr id="5" name="TextBox 4">
            <a:extLst>
              <a:ext uri="{FF2B5EF4-FFF2-40B4-BE49-F238E27FC236}">
                <a16:creationId xmlns:a16="http://schemas.microsoft.com/office/drawing/2014/main" id="{76453FC8-F6E1-4923-B188-FC67FA763BC3}"/>
              </a:ext>
            </a:extLst>
          </p:cNvPr>
          <p:cNvSpPr txBox="1"/>
          <p:nvPr/>
        </p:nvSpPr>
        <p:spPr>
          <a:xfrm>
            <a:off x="235527" y="4447309"/>
            <a:ext cx="10377055" cy="1694631"/>
          </a:xfrm>
          <a:prstGeom prst="rect">
            <a:avLst/>
          </a:prstGeom>
          <a:noFill/>
        </p:spPr>
        <p:txBody>
          <a:bodyPr wrap="square" rtlCol="0">
            <a:spAutoFit/>
          </a:bodyPr>
          <a:lstStyle/>
          <a:p>
            <a:pPr>
              <a:lnSpc>
                <a:spcPct val="150000"/>
              </a:lnSpc>
            </a:pPr>
            <a:r>
              <a:rPr lang="en-IN" sz="2400" dirty="0">
                <a:effectLst/>
                <a:latin typeface="Gadugi" panose="020B0502040204020203" pitchFamily="34" charset="0"/>
                <a:ea typeface="Calibri" panose="020F0502020204030204" pitchFamily="34" charset="0"/>
                <a:cs typeface="Times New Roman" panose="02020603050405020304" pitchFamily="18" charset="0"/>
              </a:rPr>
              <a:t>                  This version is Browser-friendly protocol, It provided with header fields including rich metadata about both request and response And it supports </a:t>
            </a:r>
            <a:r>
              <a:rPr lang="en-IN" sz="2400" b="1" dirty="0">
                <a:effectLst/>
                <a:latin typeface="Gadugi" panose="020B0502040204020203" pitchFamily="34" charset="0"/>
                <a:ea typeface="Calibri" panose="020F0502020204030204" pitchFamily="34" charset="0"/>
                <a:cs typeface="Times New Roman" panose="02020603050405020304" pitchFamily="18" charset="0"/>
              </a:rPr>
              <a:t>GET</a:t>
            </a:r>
            <a:r>
              <a:rPr lang="en-IN" sz="2400" dirty="0">
                <a:effectLst/>
                <a:latin typeface="Gadugi" panose="020B0502040204020203" pitchFamily="34" charset="0"/>
                <a:ea typeface="Calibri" panose="020F0502020204030204" pitchFamily="34" charset="0"/>
                <a:cs typeface="Times New Roman" panose="02020603050405020304" pitchFamily="18" charset="0"/>
              </a:rPr>
              <a:t>, </a:t>
            </a:r>
            <a:r>
              <a:rPr lang="en-IN" sz="2400" b="1" dirty="0">
                <a:effectLst/>
                <a:latin typeface="Gadugi" panose="020B0502040204020203" pitchFamily="34" charset="0"/>
                <a:ea typeface="Calibri" panose="020F0502020204030204" pitchFamily="34" charset="0"/>
                <a:cs typeface="Times New Roman" panose="02020603050405020304" pitchFamily="18" charset="0"/>
              </a:rPr>
              <a:t>HEAD</a:t>
            </a:r>
            <a:r>
              <a:rPr lang="en-IN" sz="2400" dirty="0">
                <a:effectLst/>
                <a:latin typeface="Gadugi" panose="020B0502040204020203" pitchFamily="34" charset="0"/>
                <a:ea typeface="Calibri" panose="020F0502020204030204" pitchFamily="34" charset="0"/>
                <a:cs typeface="Times New Roman" panose="02020603050405020304" pitchFamily="18" charset="0"/>
              </a:rPr>
              <a:t> and </a:t>
            </a:r>
            <a:r>
              <a:rPr lang="en-IN" sz="2400" b="1" dirty="0">
                <a:effectLst/>
                <a:latin typeface="Gadugi" panose="020B0502040204020203" pitchFamily="34" charset="0"/>
                <a:ea typeface="Calibri" panose="020F0502020204030204" pitchFamily="34" charset="0"/>
                <a:cs typeface="Times New Roman" panose="02020603050405020304" pitchFamily="18" charset="0"/>
              </a:rPr>
              <a:t>POST</a:t>
            </a:r>
            <a:r>
              <a:rPr lang="en-IN" sz="2400" dirty="0">
                <a:effectLst/>
                <a:latin typeface="Gadugi" panose="020B0502040204020203" pitchFamily="34" charset="0"/>
                <a:ea typeface="Calibri" panose="020F0502020204030204" pitchFamily="34" charset="0"/>
                <a:cs typeface="Times New Roman" panose="02020603050405020304" pitchFamily="18" charset="0"/>
              </a:rPr>
              <a:t> Methods. </a:t>
            </a:r>
            <a:endParaRPr lang="en-IN" sz="2400" dirty="0"/>
          </a:p>
        </p:txBody>
      </p:sp>
    </p:spTree>
    <p:extLst>
      <p:ext uri="{BB962C8B-B14F-4D97-AF65-F5344CB8AC3E}">
        <p14:creationId xmlns:p14="http://schemas.microsoft.com/office/powerpoint/2010/main" val="1351254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E04F81-7ECC-4200-9C62-D666E3862F47}"/>
              </a:ext>
            </a:extLst>
          </p:cNvPr>
          <p:cNvSpPr txBox="1"/>
          <p:nvPr/>
        </p:nvSpPr>
        <p:spPr>
          <a:xfrm>
            <a:off x="-103909" y="1543125"/>
            <a:ext cx="12399818" cy="5051639"/>
          </a:xfrm>
          <a:prstGeom prst="rect">
            <a:avLst/>
          </a:prstGeom>
          <a:noFill/>
        </p:spPr>
        <p:txBody>
          <a:bodyPr wrap="square" rtlCol="0">
            <a:spAutoFit/>
          </a:bodyPr>
          <a:lstStyle/>
          <a:p>
            <a:pPr lvl="1">
              <a:lnSpc>
                <a:spcPct val="200000"/>
              </a:lnSpc>
            </a:pPr>
            <a:r>
              <a:rPr lang="en-IN" sz="2400" dirty="0">
                <a:effectLst/>
                <a:latin typeface="Gadugi" panose="020B0502040204020203" pitchFamily="34" charset="0"/>
                <a:ea typeface="Calibri" panose="020F0502020204030204" pitchFamily="34" charset="0"/>
                <a:cs typeface="Times New Roman" panose="02020603050405020304" pitchFamily="18" charset="0"/>
              </a:rPr>
              <a:t>               We using this version currently for common use. It introduced critical performance optimizations and feature enhancements, chunked transfers, virtual hosting (a server with a single IP Address hosting multiple domains), faster response and great bandwidth savings by adding cache support, etc. For more than </a:t>
            </a:r>
            <a:r>
              <a:rPr lang="en-IN" sz="2400" b="1" dirty="0">
                <a:effectLst/>
                <a:latin typeface="Gadugi" panose="020B0502040204020203" pitchFamily="34" charset="0"/>
                <a:ea typeface="Calibri" panose="020F0502020204030204" pitchFamily="34" charset="0"/>
                <a:cs typeface="Times New Roman" panose="02020603050405020304" pitchFamily="18" charset="0"/>
              </a:rPr>
              <a:t>15 years</a:t>
            </a:r>
            <a:r>
              <a:rPr lang="en-IN" sz="2400" dirty="0">
                <a:effectLst/>
                <a:latin typeface="Gadugi" panose="020B0502040204020203" pitchFamily="34" charset="0"/>
                <a:ea typeface="Calibri" panose="020F0502020204030204" pitchFamily="34" charset="0"/>
                <a:cs typeface="Times New Roman" panose="02020603050405020304" pitchFamily="18" charset="0"/>
              </a:rPr>
              <a:t> we using this version and most of the applications works on the </a:t>
            </a:r>
            <a:r>
              <a:rPr lang="en-IN" sz="2400" b="1" dirty="0">
                <a:effectLst/>
                <a:latin typeface="Gadugi" panose="020B0502040204020203" pitchFamily="34" charset="0"/>
                <a:ea typeface="Calibri" panose="020F0502020204030204" pitchFamily="34" charset="0"/>
                <a:cs typeface="Times New Roman" panose="02020603050405020304" pitchFamily="18" charset="0"/>
              </a:rPr>
              <a:t>HTTP1.1</a:t>
            </a:r>
            <a:r>
              <a:rPr lang="en-IN" sz="2400" dirty="0">
                <a:effectLst/>
                <a:latin typeface="Gadugi" panose="020B0502040204020203" pitchFamily="34" charset="0"/>
                <a:ea typeface="Calibri" panose="020F0502020204030204" pitchFamily="34" charset="0"/>
                <a:cs typeface="Times New Roman" panose="02020603050405020304" pitchFamily="18" charset="0"/>
              </a:rPr>
              <a:t>. It supports </a:t>
            </a:r>
            <a:r>
              <a:rPr lang="en-IN" sz="2400" b="1" dirty="0">
                <a:effectLst/>
                <a:latin typeface="Gadugi" panose="020B0502040204020203" pitchFamily="34" charset="0"/>
                <a:ea typeface="Calibri" panose="020F0502020204030204" pitchFamily="34" charset="0"/>
                <a:cs typeface="Times New Roman" panose="02020603050405020304" pitchFamily="18" charset="0"/>
              </a:rPr>
              <a:t>GET</a:t>
            </a:r>
            <a:r>
              <a:rPr lang="en-IN" sz="2400" dirty="0">
                <a:effectLst/>
                <a:latin typeface="Gadugi" panose="020B0502040204020203" pitchFamily="34" charset="0"/>
                <a:ea typeface="Calibri" panose="020F0502020204030204" pitchFamily="34" charset="0"/>
                <a:cs typeface="Times New Roman" panose="02020603050405020304" pitchFamily="18" charset="0"/>
              </a:rPr>
              <a:t>, </a:t>
            </a:r>
            <a:r>
              <a:rPr lang="en-IN" sz="2400" b="1" dirty="0">
                <a:effectLst/>
                <a:latin typeface="Gadugi" panose="020B0502040204020203" pitchFamily="34" charset="0"/>
                <a:ea typeface="Calibri" panose="020F0502020204030204" pitchFamily="34" charset="0"/>
                <a:cs typeface="Times New Roman" panose="02020603050405020304" pitchFamily="18" charset="0"/>
              </a:rPr>
              <a:t>HEAD</a:t>
            </a:r>
            <a:r>
              <a:rPr lang="en-IN" sz="2400" dirty="0">
                <a:effectLst/>
                <a:latin typeface="Gadugi" panose="020B0502040204020203" pitchFamily="34" charset="0"/>
                <a:ea typeface="Calibri" panose="020F0502020204030204" pitchFamily="34" charset="0"/>
                <a:cs typeface="Times New Roman" panose="02020603050405020304" pitchFamily="18" charset="0"/>
              </a:rPr>
              <a:t>,</a:t>
            </a:r>
            <a:r>
              <a:rPr lang="en-IN" sz="2400" b="1" dirty="0">
                <a:effectLst/>
                <a:latin typeface="Gadugi" panose="020B0502040204020203" pitchFamily="34" charset="0"/>
                <a:ea typeface="Calibri" panose="020F0502020204030204" pitchFamily="34" charset="0"/>
                <a:cs typeface="Times New Roman" panose="02020603050405020304" pitchFamily="18" charset="0"/>
              </a:rPr>
              <a:t> POST</a:t>
            </a:r>
            <a:r>
              <a:rPr lang="en-IN" sz="2400" dirty="0">
                <a:effectLst/>
                <a:latin typeface="Gadugi" panose="020B0502040204020203" pitchFamily="34" charset="0"/>
                <a:ea typeface="Calibri" panose="020F0502020204030204" pitchFamily="34" charset="0"/>
                <a:cs typeface="Times New Roman" panose="02020603050405020304" pitchFamily="18" charset="0"/>
              </a:rPr>
              <a:t>,</a:t>
            </a:r>
            <a:r>
              <a:rPr lang="en-IN" sz="2400" b="1" dirty="0">
                <a:effectLst/>
                <a:latin typeface="Gadugi" panose="020B0502040204020203" pitchFamily="34" charset="0"/>
                <a:ea typeface="Calibri" panose="020F0502020204030204" pitchFamily="34" charset="0"/>
                <a:cs typeface="Times New Roman" panose="02020603050405020304" pitchFamily="18" charset="0"/>
              </a:rPr>
              <a:t> PUT</a:t>
            </a:r>
            <a:r>
              <a:rPr lang="en-IN" sz="2400" dirty="0">
                <a:effectLst/>
                <a:latin typeface="Gadugi" panose="020B0502040204020203" pitchFamily="34" charset="0"/>
                <a:ea typeface="Calibri" panose="020F0502020204030204" pitchFamily="34" charset="0"/>
                <a:cs typeface="Times New Roman" panose="02020603050405020304" pitchFamily="18" charset="0"/>
              </a:rPr>
              <a:t>,</a:t>
            </a:r>
            <a:r>
              <a:rPr lang="en-IN" sz="2400" b="1" dirty="0">
                <a:effectLst/>
                <a:latin typeface="Gadugi" panose="020B0502040204020203" pitchFamily="34" charset="0"/>
                <a:ea typeface="Calibri" panose="020F0502020204030204" pitchFamily="34" charset="0"/>
                <a:cs typeface="Times New Roman" panose="02020603050405020304" pitchFamily="18" charset="0"/>
              </a:rPr>
              <a:t> DELETE</a:t>
            </a:r>
            <a:r>
              <a:rPr lang="en-IN" sz="2400" dirty="0">
                <a:effectLst/>
                <a:latin typeface="Gadugi" panose="020B0502040204020203" pitchFamily="34" charset="0"/>
                <a:ea typeface="Calibri" panose="020F0502020204030204" pitchFamily="34" charset="0"/>
                <a:cs typeface="Times New Roman" panose="02020603050405020304" pitchFamily="18" charset="0"/>
              </a:rPr>
              <a:t>,</a:t>
            </a:r>
            <a:r>
              <a:rPr lang="en-IN" sz="2400" b="1" dirty="0">
                <a:effectLst/>
                <a:latin typeface="Gadugi" panose="020B0502040204020203" pitchFamily="34" charset="0"/>
                <a:ea typeface="Calibri" panose="020F0502020204030204" pitchFamily="34" charset="0"/>
                <a:cs typeface="Times New Roman" panose="02020603050405020304" pitchFamily="18" charset="0"/>
              </a:rPr>
              <a:t> TRACE</a:t>
            </a:r>
            <a:r>
              <a:rPr lang="en-IN" sz="2400" dirty="0">
                <a:effectLst/>
                <a:latin typeface="Gadugi" panose="020B0502040204020203" pitchFamily="34" charset="0"/>
                <a:ea typeface="Calibri" panose="020F0502020204030204" pitchFamily="34" charset="0"/>
                <a:cs typeface="Times New Roman" panose="02020603050405020304" pitchFamily="18" charset="0"/>
              </a:rPr>
              <a:t>,</a:t>
            </a:r>
            <a:r>
              <a:rPr lang="en-IN" sz="2400" b="1" dirty="0">
                <a:effectLst/>
                <a:latin typeface="Gadugi" panose="020B0502040204020203" pitchFamily="34" charset="0"/>
                <a:ea typeface="Calibri" panose="020F0502020204030204" pitchFamily="34" charset="0"/>
                <a:cs typeface="Times New Roman" panose="02020603050405020304" pitchFamily="18" charset="0"/>
              </a:rPr>
              <a:t> OPTIONS</a:t>
            </a:r>
            <a:r>
              <a:rPr lang="en-IN" sz="2400" dirty="0">
                <a:effectLst/>
                <a:latin typeface="Gadugi" panose="020B0502040204020203" pitchFamily="34" charset="0"/>
                <a:ea typeface="Calibri" panose="020F0502020204030204" pitchFamily="34" charset="0"/>
                <a:cs typeface="Times New Roman" panose="02020603050405020304" pitchFamily="18" charset="0"/>
              </a:rPr>
              <a:t> Methods</a:t>
            </a:r>
            <a:r>
              <a:rPr lang="en-IN" sz="2000" dirty="0">
                <a:effectLst/>
                <a:latin typeface="Gadugi" panose="020B0502040204020203" pitchFamily="34" charset="0"/>
                <a:ea typeface="Calibri" panose="020F0502020204030204" pitchFamily="34" charset="0"/>
                <a:cs typeface="Times New Roman" panose="02020603050405020304" pitchFamily="18" charset="0"/>
              </a:rPr>
              <a:t>. </a:t>
            </a:r>
            <a:r>
              <a:rPr lang="en-IN" sz="2000" b="1" dirty="0">
                <a:effectLst/>
                <a:latin typeface="Gadugi" panose="020B0502040204020203" pitchFamily="34" charset="0"/>
                <a:ea typeface="Calibri" panose="020F0502020204030204" pitchFamily="34" charset="0"/>
                <a:cs typeface="Times New Roman" panose="02020603050405020304" pitchFamily="18" charset="0"/>
              </a:rPr>
              <a:t> </a:t>
            </a:r>
          </a:p>
          <a:p>
            <a:pPr lvl="1">
              <a:lnSpc>
                <a:spcPct val="200000"/>
              </a:lnSpc>
            </a:pPr>
            <a:r>
              <a:rPr lang="en-IN" sz="2000" b="1" dirty="0">
                <a:effectLst/>
                <a:latin typeface="Gadugi" panose="020B0502040204020203" pitchFamily="34" charset="0"/>
                <a:ea typeface="Calibri" panose="020F0502020204030204" pitchFamily="34" charset="0"/>
                <a:cs typeface="Times New Roman" panose="02020603050405020304" pitchFamily="18" charset="0"/>
              </a:rPr>
              <a:t>        </a:t>
            </a:r>
            <a:endParaRPr lang="en-IN" sz="2000" dirty="0"/>
          </a:p>
        </p:txBody>
      </p:sp>
      <p:sp>
        <p:nvSpPr>
          <p:cNvPr id="4" name="Rectangle 3">
            <a:extLst>
              <a:ext uri="{FF2B5EF4-FFF2-40B4-BE49-F238E27FC236}">
                <a16:creationId xmlns:a16="http://schemas.microsoft.com/office/drawing/2014/main" id="{4C985D4E-92D2-40D6-91B5-C9F7DC6B5254}"/>
              </a:ext>
            </a:extLst>
          </p:cNvPr>
          <p:cNvSpPr/>
          <p:nvPr/>
        </p:nvSpPr>
        <p:spPr>
          <a:xfrm>
            <a:off x="277885" y="570499"/>
            <a:ext cx="8575169" cy="584775"/>
          </a:xfrm>
          <a:prstGeom prst="rect">
            <a:avLst/>
          </a:prstGeom>
          <a:noFill/>
        </p:spPr>
        <p:txBody>
          <a:bodyPr wrap="square" lIns="91440" tIns="45720" rIns="91440" bIns="45720">
            <a:spAutoFit/>
          </a:bodyPr>
          <a:lstStyle/>
          <a:p>
            <a:pPr algn="ctr"/>
            <a:r>
              <a:rPr lang="en-IN" sz="3200" b="1" dirty="0">
                <a:effectLst/>
                <a:latin typeface="Gadugi" panose="020B0502040204020203" pitchFamily="34" charset="0"/>
                <a:ea typeface="Calibri" panose="020F0502020204030204" pitchFamily="34" charset="0"/>
                <a:cs typeface="Times New Roman" panose="02020603050405020304" pitchFamily="18" charset="0"/>
              </a:rPr>
              <a:t>HTTP/1.1-The Standardized Protocol (1997)</a:t>
            </a:r>
            <a:endParaRPr lang="en-US" sz="3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78189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FD0394-4CE7-44EA-B877-08F92FF9C2A8}"/>
              </a:ext>
            </a:extLst>
          </p:cNvPr>
          <p:cNvSpPr txBox="1"/>
          <p:nvPr/>
        </p:nvSpPr>
        <p:spPr>
          <a:xfrm>
            <a:off x="0" y="207818"/>
            <a:ext cx="8368145" cy="646331"/>
          </a:xfrm>
          <a:prstGeom prst="rect">
            <a:avLst/>
          </a:prstGeom>
          <a:noFill/>
        </p:spPr>
        <p:txBody>
          <a:bodyPr wrap="square" rtlCol="0">
            <a:spAutoFit/>
          </a:bodyPr>
          <a:lstStyle/>
          <a:p>
            <a:r>
              <a:rPr lang="en-IN" sz="3600" b="1" dirty="0">
                <a:effectLst/>
                <a:latin typeface="Gadugi" panose="020B0502040204020203" pitchFamily="34" charset="0"/>
                <a:ea typeface="Calibri" panose="020F0502020204030204" pitchFamily="34" charset="0"/>
                <a:cs typeface="Times New Roman" panose="02020603050405020304" pitchFamily="18" charset="0"/>
              </a:rPr>
              <a:t>HTTP/3-HTTP Over QUIC</a:t>
            </a:r>
            <a:endParaRPr lang="en-IN" sz="3600" dirty="0"/>
          </a:p>
        </p:txBody>
      </p:sp>
      <p:sp>
        <p:nvSpPr>
          <p:cNvPr id="3" name="TextBox 2">
            <a:extLst>
              <a:ext uri="{FF2B5EF4-FFF2-40B4-BE49-F238E27FC236}">
                <a16:creationId xmlns:a16="http://schemas.microsoft.com/office/drawing/2014/main" id="{CB44DC77-834B-411A-A70D-1443E8A5A2EE}"/>
              </a:ext>
            </a:extLst>
          </p:cNvPr>
          <p:cNvSpPr txBox="1"/>
          <p:nvPr/>
        </p:nvSpPr>
        <p:spPr>
          <a:xfrm>
            <a:off x="180109" y="1077566"/>
            <a:ext cx="11831782" cy="5572616"/>
          </a:xfrm>
          <a:prstGeom prst="rect">
            <a:avLst/>
          </a:prstGeom>
          <a:noFill/>
        </p:spPr>
        <p:txBody>
          <a:bodyPr wrap="square" rtlCol="0">
            <a:spAutoFit/>
          </a:bodyPr>
          <a:lstStyle/>
          <a:p>
            <a:pPr>
              <a:lnSpc>
                <a:spcPct val="150000"/>
              </a:lnSpc>
            </a:pPr>
            <a:r>
              <a:rPr lang="en-IN" sz="1800" b="1" dirty="0">
                <a:effectLst/>
                <a:latin typeface="Gadugi" panose="020B0502040204020203" pitchFamily="34" charset="0"/>
                <a:ea typeface="Calibri" panose="020F0502020204030204" pitchFamily="34" charset="0"/>
                <a:cs typeface="Times New Roman" panose="02020603050405020304" pitchFamily="18" charset="0"/>
              </a:rPr>
              <a:t>                </a:t>
            </a:r>
            <a:r>
              <a:rPr lang="en-IN" sz="2400" b="1" dirty="0">
                <a:effectLst/>
                <a:latin typeface="Gadugi" panose="020B0502040204020203" pitchFamily="34" charset="0"/>
                <a:ea typeface="Calibri" panose="020F0502020204030204" pitchFamily="34" charset="0"/>
                <a:cs typeface="Times New Roman" panose="02020603050405020304" pitchFamily="18" charset="0"/>
              </a:rPr>
              <a:t>HTTP/3</a:t>
            </a:r>
            <a:r>
              <a:rPr lang="en-IN" sz="2400" dirty="0">
                <a:effectLst/>
                <a:latin typeface="Gadugi" panose="020B0502040204020203" pitchFamily="34" charset="0"/>
                <a:ea typeface="Calibri" panose="020F0502020204030204" pitchFamily="34" charset="0"/>
                <a:cs typeface="Times New Roman" panose="02020603050405020304" pitchFamily="18" charset="0"/>
              </a:rPr>
              <a:t> is the third and upcoming major version of the Hypertext Transfer Protocol used to exchange information on the World Wide Web. It uses </a:t>
            </a:r>
            <a:r>
              <a:rPr lang="en-IN" sz="2400" b="1" dirty="0">
                <a:effectLst/>
                <a:latin typeface="Gadugi" panose="020B0502040204020203" pitchFamily="34" charset="0"/>
                <a:ea typeface="Calibri" panose="020F0502020204030204" pitchFamily="34" charset="0"/>
                <a:cs typeface="Times New Roman" panose="02020603050405020304" pitchFamily="18" charset="0"/>
              </a:rPr>
              <a:t>QUIC</a:t>
            </a:r>
            <a:r>
              <a:rPr lang="en-IN" sz="2400" dirty="0">
                <a:effectLst/>
                <a:latin typeface="Gadugi" panose="020B0502040204020203" pitchFamily="34" charset="0"/>
                <a:ea typeface="Calibri" panose="020F0502020204030204" pitchFamily="34" charset="0"/>
                <a:cs typeface="Times New Roman" panose="02020603050405020304" pitchFamily="18" charset="0"/>
              </a:rPr>
              <a:t>, a transport layer network protocol developed initially by Google where user space congestion control is used over the User Datagram Protocol (</a:t>
            </a:r>
            <a:r>
              <a:rPr lang="en-IN" sz="2400" b="1" dirty="0">
                <a:effectLst/>
                <a:latin typeface="Gadugi" panose="020B0502040204020203" pitchFamily="34" charset="0"/>
                <a:ea typeface="Calibri" panose="020F0502020204030204" pitchFamily="34" charset="0"/>
                <a:cs typeface="Times New Roman" panose="02020603050405020304" pitchFamily="18" charset="0"/>
              </a:rPr>
              <a:t>UDP</a:t>
            </a:r>
            <a:r>
              <a:rPr lang="en-IN" sz="2400" dirty="0">
                <a:effectLst/>
                <a:latin typeface="Gadugi" panose="020B0502040204020203" pitchFamily="34" charset="0"/>
                <a:ea typeface="Calibri" panose="020F0502020204030204" pitchFamily="34" charset="0"/>
                <a:cs typeface="Times New Roman" panose="02020603050405020304" pitchFamily="18" charset="0"/>
              </a:rPr>
              <a:t>). The switch to </a:t>
            </a:r>
            <a:r>
              <a:rPr lang="en-IN" sz="2400" b="1" dirty="0">
                <a:effectLst/>
                <a:latin typeface="Gadugi" panose="020B0502040204020203" pitchFamily="34" charset="0"/>
                <a:ea typeface="Calibri" panose="020F0502020204030204" pitchFamily="34" charset="0"/>
                <a:cs typeface="Times New Roman" panose="02020603050405020304" pitchFamily="18" charset="0"/>
              </a:rPr>
              <a:t>QUIC</a:t>
            </a:r>
            <a:r>
              <a:rPr lang="en-IN" sz="2400" dirty="0">
                <a:effectLst/>
                <a:latin typeface="Gadugi" panose="020B0502040204020203" pitchFamily="34" charset="0"/>
                <a:ea typeface="Calibri" panose="020F0502020204030204" pitchFamily="34" charset="0"/>
                <a:cs typeface="Times New Roman" panose="02020603050405020304" pitchFamily="18" charset="0"/>
              </a:rPr>
              <a:t> aims to fix a major problem of </a:t>
            </a:r>
            <a:r>
              <a:rPr lang="en-IN" sz="2400" b="1" dirty="0">
                <a:effectLst/>
                <a:latin typeface="Gadugi" panose="020B0502040204020203" pitchFamily="34" charset="0"/>
                <a:ea typeface="Calibri" panose="020F0502020204030204" pitchFamily="34" charset="0"/>
                <a:cs typeface="Times New Roman" panose="02020603050405020304" pitchFamily="18" charset="0"/>
              </a:rPr>
              <a:t>HTTP/2</a:t>
            </a:r>
            <a:r>
              <a:rPr lang="en-IN" sz="2400" dirty="0">
                <a:effectLst/>
                <a:latin typeface="Gadugi" panose="020B0502040204020203" pitchFamily="34" charset="0"/>
                <a:ea typeface="Calibri" panose="020F0502020204030204" pitchFamily="34" charset="0"/>
                <a:cs typeface="Times New Roman" panose="02020603050405020304" pitchFamily="18" charset="0"/>
              </a:rPr>
              <a:t> called "</a:t>
            </a:r>
            <a:r>
              <a:rPr lang="en-IN" sz="2400" b="1" dirty="0">
                <a:effectLst/>
                <a:latin typeface="Gadugi" panose="020B0502040204020203" pitchFamily="34" charset="0"/>
                <a:ea typeface="Calibri" panose="020F0502020204030204" pitchFamily="34" charset="0"/>
                <a:cs typeface="Times New Roman" panose="02020603050405020304" pitchFamily="18" charset="0"/>
              </a:rPr>
              <a:t>head-of-line blocking</a:t>
            </a:r>
            <a:r>
              <a:rPr lang="en-IN" sz="2400" dirty="0">
                <a:effectLst/>
                <a:latin typeface="Gadugi" panose="020B0502040204020203" pitchFamily="34" charset="0"/>
                <a:ea typeface="Calibri" panose="020F0502020204030204" pitchFamily="34" charset="0"/>
                <a:cs typeface="Times New Roman" panose="02020603050405020304" pitchFamily="18" charset="0"/>
              </a:rPr>
              <a:t>", because the parallel nature of </a:t>
            </a:r>
            <a:r>
              <a:rPr lang="en-IN" sz="2400" b="1" dirty="0">
                <a:effectLst/>
                <a:latin typeface="Gadugi" panose="020B0502040204020203" pitchFamily="34" charset="0"/>
                <a:ea typeface="Calibri" panose="020F0502020204030204" pitchFamily="34" charset="0"/>
                <a:cs typeface="Times New Roman" panose="02020603050405020304" pitchFamily="18" charset="0"/>
              </a:rPr>
              <a:t>HTTP/2's</a:t>
            </a:r>
            <a:r>
              <a:rPr lang="en-IN" sz="2400" dirty="0">
                <a:effectLst/>
                <a:latin typeface="Gadugi" panose="020B0502040204020203" pitchFamily="34" charset="0"/>
                <a:ea typeface="Calibri" panose="020F0502020204030204" pitchFamily="34" charset="0"/>
                <a:cs typeface="Times New Roman" panose="02020603050405020304" pitchFamily="18" charset="0"/>
              </a:rPr>
              <a:t> multiplexing is not visible to </a:t>
            </a:r>
            <a:r>
              <a:rPr lang="en-IN" sz="2400" b="1" dirty="0">
                <a:effectLst/>
                <a:latin typeface="Gadugi" panose="020B0502040204020203" pitchFamily="34" charset="0"/>
                <a:ea typeface="Calibri" panose="020F0502020204030204" pitchFamily="34" charset="0"/>
                <a:cs typeface="Times New Roman" panose="02020603050405020304" pitchFamily="18" charset="0"/>
              </a:rPr>
              <a:t>TCP</a:t>
            </a:r>
            <a:r>
              <a:rPr lang="en-IN" sz="2400" dirty="0">
                <a:effectLst/>
                <a:latin typeface="Gadugi" panose="020B0502040204020203" pitchFamily="34" charset="0"/>
                <a:ea typeface="Calibri" panose="020F0502020204030204" pitchFamily="34" charset="0"/>
                <a:cs typeface="Times New Roman" panose="02020603050405020304" pitchFamily="18" charset="0"/>
              </a:rPr>
              <a:t>'s loss recovery mechanisms, a lost or reordered packet causes all active transactions to experience a stall regardless of whether that transaction was impacted by the lost packet. Because </a:t>
            </a:r>
            <a:r>
              <a:rPr lang="en-IN" sz="2400" b="1" dirty="0">
                <a:effectLst/>
                <a:latin typeface="Gadugi" panose="020B0502040204020203" pitchFamily="34" charset="0"/>
                <a:ea typeface="Calibri" panose="020F0502020204030204" pitchFamily="34" charset="0"/>
                <a:cs typeface="Times New Roman" panose="02020603050405020304" pitchFamily="18" charset="0"/>
              </a:rPr>
              <a:t>QUIC</a:t>
            </a:r>
            <a:r>
              <a:rPr lang="en-IN" sz="2400" dirty="0">
                <a:effectLst/>
                <a:latin typeface="Gadugi" panose="020B0502040204020203" pitchFamily="34" charset="0"/>
                <a:ea typeface="Calibri" panose="020F0502020204030204" pitchFamily="34" charset="0"/>
                <a:cs typeface="Times New Roman" panose="02020603050405020304" pitchFamily="18" charset="0"/>
              </a:rPr>
              <a:t> provides native multiplexing, lost packets only impact the streams where data has been lost.</a:t>
            </a:r>
            <a:endParaRPr lang="en-IN" sz="2400" dirty="0"/>
          </a:p>
        </p:txBody>
      </p:sp>
    </p:spTree>
    <p:extLst>
      <p:ext uri="{BB962C8B-B14F-4D97-AF65-F5344CB8AC3E}">
        <p14:creationId xmlns:p14="http://schemas.microsoft.com/office/powerpoint/2010/main" val="10329545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143</TotalTime>
  <Words>903</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 Rounded MT Bold</vt:lpstr>
      <vt:lpstr>Calibri</vt:lpstr>
      <vt:lpstr>Concourse_T3</vt:lpstr>
      <vt:lpstr>Corbel</vt:lpstr>
      <vt:lpstr>Gadugi</vt:lpstr>
      <vt:lpstr>Wingdings</vt:lpstr>
      <vt:lpstr>Banded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 K</dc:creator>
  <cp:lastModifiedBy>SHIVA K</cp:lastModifiedBy>
  <cp:revision>16</cp:revision>
  <dcterms:created xsi:type="dcterms:W3CDTF">2021-01-09T12:01:30Z</dcterms:created>
  <dcterms:modified xsi:type="dcterms:W3CDTF">2021-01-10T15:29:00Z</dcterms:modified>
</cp:coreProperties>
</file>